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67" r:id="rId5"/>
    <p:sldId id="268" r:id="rId6"/>
    <p:sldId id="270" r:id="rId7"/>
    <p:sldId id="271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F0A42-7D4F-4CF4-BF05-0879B403EC82}" v="126" dt="2025-12-02T22:20:55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Hall" userId="dee6082f7a28fba9" providerId="LiveId" clId="{24992446-988A-4B6B-AC77-4590DEE9CF8D}"/>
    <pc:docChg chg="undo redo custSel addSld delSld modSld">
      <pc:chgData name="Kyle Hall" userId="dee6082f7a28fba9" providerId="LiveId" clId="{24992446-988A-4B6B-AC77-4590DEE9CF8D}" dt="2025-12-02T22:22:04.770" v="790" actId="14100"/>
      <pc:docMkLst>
        <pc:docMk/>
      </pc:docMkLst>
      <pc:sldChg chg="addSp modSp mod">
        <pc:chgData name="Kyle Hall" userId="dee6082f7a28fba9" providerId="LiveId" clId="{24992446-988A-4B6B-AC77-4590DEE9CF8D}" dt="2025-12-02T21:11:50.975" v="556" actId="1076"/>
        <pc:sldMkLst>
          <pc:docMk/>
          <pc:sldMk cId="0" sldId="256"/>
        </pc:sldMkLst>
        <pc:spChg chg="mod ord">
          <ac:chgData name="Kyle Hall" userId="dee6082f7a28fba9" providerId="LiveId" clId="{24992446-988A-4B6B-AC77-4590DEE9CF8D}" dt="2025-12-02T19:51:19.958" v="298" actId="16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yle Hall" userId="dee6082f7a28fba9" providerId="LiveId" clId="{24992446-988A-4B6B-AC77-4590DEE9CF8D}" dt="2025-12-02T21:11:50.975" v="55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17:58:53.820" v="1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Kyle Hall" userId="dee6082f7a28fba9" providerId="LiveId" clId="{24992446-988A-4B6B-AC77-4590DEE9CF8D}" dt="2025-12-02T18:10:30.852" v="18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2T21:11:42.623" v="555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Kyle Hall" userId="dee6082f7a28fba9" providerId="LiveId" clId="{24992446-988A-4B6B-AC77-4590DEE9CF8D}" dt="2025-12-02T21:11:42.623" v="555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Kyle Hall" userId="dee6082f7a28fba9" providerId="LiveId" clId="{24992446-988A-4B6B-AC77-4590DEE9CF8D}" dt="2025-12-02T21:11:42.623" v="555" actId="255"/>
          <ac:spMkLst>
            <pc:docMk/>
            <pc:sldMk cId="0" sldId="256"/>
            <ac:spMk id="8" creationId="{00000000-0000-0000-0000-000000000000}"/>
          </ac:spMkLst>
        </pc:spChg>
        <pc:picChg chg="add mod ord">
          <ac:chgData name="Kyle Hall" userId="dee6082f7a28fba9" providerId="LiveId" clId="{24992446-988A-4B6B-AC77-4590DEE9CF8D}" dt="2025-12-02T19:51:34.989" v="312" actId="29295"/>
          <ac:picMkLst>
            <pc:docMk/>
            <pc:sldMk cId="0" sldId="256"/>
            <ac:picMk id="9" creationId="{220566DD-3E1D-7230-4F42-46649EB06BFC}"/>
          </ac:picMkLst>
        </pc:picChg>
      </pc:sldChg>
      <pc:sldChg chg="addSp delSp modSp mod">
        <pc:chgData name="Kyle Hall" userId="dee6082f7a28fba9" providerId="LiveId" clId="{24992446-988A-4B6B-AC77-4590DEE9CF8D}" dt="2025-12-02T22:22:04.770" v="790" actId="14100"/>
        <pc:sldMkLst>
          <pc:docMk/>
          <pc:sldMk cId="0" sldId="257"/>
        </pc:sldMkLst>
        <pc:spChg chg="mod">
          <ac:chgData name="Kyle Hall" userId="dee6082f7a28fba9" providerId="LiveId" clId="{24992446-988A-4B6B-AC77-4590DEE9CF8D}" dt="2025-12-02T22:22:04.770" v="790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Kyle Hall" userId="dee6082f7a28fba9" providerId="LiveId" clId="{24992446-988A-4B6B-AC77-4590DEE9CF8D}" dt="2025-12-02T19:52:45.850" v="319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yle Hall" userId="dee6082f7a28fba9" providerId="LiveId" clId="{24992446-988A-4B6B-AC77-4590DEE9CF8D}" dt="2025-12-02T22:21:31.294" v="786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Kyle Hall" userId="dee6082f7a28fba9" providerId="LiveId" clId="{24992446-988A-4B6B-AC77-4590DEE9CF8D}" dt="2025-12-02T19:52:45.850" v="31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yle Hall" userId="dee6082f7a28fba9" providerId="LiveId" clId="{24992446-988A-4B6B-AC77-4590DEE9CF8D}" dt="2025-12-02T22:22:00.957" v="789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yle Hall" userId="dee6082f7a28fba9" providerId="LiveId" clId="{24992446-988A-4B6B-AC77-4590DEE9CF8D}" dt="2025-12-02T19:52:45.850" v="31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yle Hall" userId="dee6082f7a28fba9" providerId="LiveId" clId="{24992446-988A-4B6B-AC77-4590DEE9CF8D}" dt="2025-12-02T19:49:21.116" v="222" actId="478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Kyle Hall" userId="dee6082f7a28fba9" providerId="LiveId" clId="{24992446-988A-4B6B-AC77-4590DEE9CF8D}" dt="2025-12-02T19:44:56.592" v="189"/>
          <ac:spMkLst>
            <pc:docMk/>
            <pc:sldMk cId="0" sldId="257"/>
            <ac:spMk id="19" creationId="{C8AB8E90-55CF-74B3-AB65-D597369D554C}"/>
          </ac:spMkLst>
        </pc:spChg>
        <pc:spChg chg="add mod">
          <ac:chgData name="Kyle Hall" userId="dee6082f7a28fba9" providerId="LiveId" clId="{24992446-988A-4B6B-AC77-4590DEE9CF8D}" dt="2025-12-02T19:44:56.592" v="189"/>
          <ac:spMkLst>
            <pc:docMk/>
            <pc:sldMk cId="0" sldId="257"/>
            <ac:spMk id="20" creationId="{BE310CF6-B3F7-B979-9B09-4DED0A4D5B3D}"/>
          </ac:spMkLst>
        </pc:spChg>
        <pc:spChg chg="add mod">
          <ac:chgData name="Kyle Hall" userId="dee6082f7a28fba9" providerId="LiveId" clId="{24992446-988A-4B6B-AC77-4590DEE9CF8D}" dt="2025-12-02T19:44:56.592" v="189"/>
          <ac:spMkLst>
            <pc:docMk/>
            <pc:sldMk cId="0" sldId="257"/>
            <ac:spMk id="21" creationId="{49BF954F-2102-B76A-4C48-E21F6DF81ADF}"/>
          </ac:spMkLst>
        </pc:spChg>
        <pc:spChg chg="add mod">
          <ac:chgData name="Kyle Hall" userId="dee6082f7a28fba9" providerId="LiveId" clId="{24992446-988A-4B6B-AC77-4590DEE9CF8D}" dt="2025-12-02T19:44:56.865" v="190"/>
          <ac:spMkLst>
            <pc:docMk/>
            <pc:sldMk cId="0" sldId="257"/>
            <ac:spMk id="22" creationId="{271931D3-B9EC-434B-446D-1D8D3E485116}"/>
          </ac:spMkLst>
        </pc:spChg>
        <pc:spChg chg="add mod">
          <ac:chgData name="Kyle Hall" userId="dee6082f7a28fba9" providerId="LiveId" clId="{24992446-988A-4B6B-AC77-4590DEE9CF8D}" dt="2025-12-02T19:44:56.865" v="190"/>
          <ac:spMkLst>
            <pc:docMk/>
            <pc:sldMk cId="0" sldId="257"/>
            <ac:spMk id="23" creationId="{B54B79C4-1F72-FA2F-1CA3-7E77FB439E20}"/>
          </ac:spMkLst>
        </pc:spChg>
        <pc:spChg chg="add mod">
          <ac:chgData name="Kyle Hall" userId="dee6082f7a28fba9" providerId="LiveId" clId="{24992446-988A-4B6B-AC77-4590DEE9CF8D}" dt="2025-12-02T19:44:56.865" v="190"/>
          <ac:spMkLst>
            <pc:docMk/>
            <pc:sldMk cId="0" sldId="257"/>
            <ac:spMk id="24" creationId="{D29D4E8D-41EF-951A-0CCA-C5C17186CE3A}"/>
          </ac:spMkLst>
        </pc:spChg>
        <pc:spChg chg="add mod">
          <ac:chgData name="Kyle Hall" userId="dee6082f7a28fba9" providerId="LiveId" clId="{24992446-988A-4B6B-AC77-4590DEE9CF8D}" dt="2025-12-02T19:45:42.727" v="197" actId="1076"/>
          <ac:spMkLst>
            <pc:docMk/>
            <pc:sldMk cId="0" sldId="257"/>
            <ac:spMk id="25" creationId="{78BD51A4-56B5-B396-768E-2B89E533189B}"/>
          </ac:spMkLst>
        </pc:spChg>
        <pc:spChg chg="add mod">
          <ac:chgData name="Kyle Hall" userId="dee6082f7a28fba9" providerId="LiveId" clId="{24992446-988A-4B6B-AC77-4590DEE9CF8D}" dt="2025-12-02T19:45:42.727" v="197" actId="1076"/>
          <ac:spMkLst>
            <pc:docMk/>
            <pc:sldMk cId="0" sldId="257"/>
            <ac:spMk id="26" creationId="{04E48043-012A-7064-D5D4-DB05BAA501B2}"/>
          </ac:spMkLst>
        </pc:spChg>
        <pc:spChg chg="add mod">
          <ac:chgData name="Kyle Hall" userId="dee6082f7a28fba9" providerId="LiveId" clId="{24992446-988A-4B6B-AC77-4590DEE9CF8D}" dt="2025-12-02T19:45:05.661" v="193"/>
          <ac:spMkLst>
            <pc:docMk/>
            <pc:sldMk cId="0" sldId="257"/>
            <ac:spMk id="27" creationId="{97217E4E-6383-B89D-1AEB-015CF3E49BA2}"/>
          </ac:spMkLst>
        </pc:spChg>
        <pc:spChg chg="add mod">
          <ac:chgData name="Kyle Hall" userId="dee6082f7a28fba9" providerId="LiveId" clId="{24992446-988A-4B6B-AC77-4590DEE9CF8D}" dt="2025-12-02T19:45:05.661" v="193"/>
          <ac:spMkLst>
            <pc:docMk/>
            <pc:sldMk cId="0" sldId="257"/>
            <ac:spMk id="28" creationId="{489C84A7-5EC5-62DC-4416-D5740FAA94D5}"/>
          </ac:spMkLst>
        </pc:spChg>
        <pc:spChg chg="add mod">
          <ac:chgData name="Kyle Hall" userId="dee6082f7a28fba9" providerId="LiveId" clId="{24992446-988A-4B6B-AC77-4590DEE9CF8D}" dt="2025-12-02T19:45:43.048" v="198" actId="1076"/>
          <ac:spMkLst>
            <pc:docMk/>
            <pc:sldMk cId="0" sldId="257"/>
            <ac:spMk id="29" creationId="{2EE5C8B8-3C45-8F2C-CB39-A70102DCF1F4}"/>
          </ac:spMkLst>
        </pc:spChg>
        <pc:spChg chg="add mod">
          <ac:chgData name="Kyle Hall" userId="dee6082f7a28fba9" providerId="LiveId" clId="{24992446-988A-4B6B-AC77-4590DEE9CF8D}" dt="2025-12-02T19:45:43.048" v="198" actId="1076"/>
          <ac:spMkLst>
            <pc:docMk/>
            <pc:sldMk cId="0" sldId="257"/>
            <ac:spMk id="30" creationId="{6EA04A0D-E78A-633D-CD02-E007A3F91D52}"/>
          </ac:spMkLst>
        </pc:spChg>
        <pc:spChg chg="add mod">
          <ac:chgData name="Kyle Hall" userId="dee6082f7a28fba9" providerId="LiveId" clId="{24992446-988A-4B6B-AC77-4590DEE9CF8D}" dt="2025-12-02T19:45:43.048" v="198" actId="1076"/>
          <ac:spMkLst>
            <pc:docMk/>
            <pc:sldMk cId="0" sldId="257"/>
            <ac:spMk id="31" creationId="{F150B78C-CCDE-BA4B-1DDA-7FBA339BC9A8}"/>
          </ac:spMkLst>
        </pc:spChg>
        <pc:spChg chg="add mod">
          <ac:chgData name="Kyle Hall" userId="dee6082f7a28fba9" providerId="LiveId" clId="{24992446-988A-4B6B-AC77-4590DEE9CF8D}" dt="2025-12-02T19:45:43.048" v="198" actId="1076"/>
          <ac:spMkLst>
            <pc:docMk/>
            <pc:sldMk cId="0" sldId="257"/>
            <ac:spMk id="32" creationId="{45D932F6-9332-4E48-BC0D-5A03536ED4B5}"/>
          </ac:spMkLst>
        </pc:spChg>
        <pc:spChg chg="add mod">
          <ac:chgData name="Kyle Hall" userId="dee6082f7a28fba9" providerId="LiveId" clId="{24992446-988A-4B6B-AC77-4590DEE9CF8D}" dt="2025-12-02T22:21:26.813" v="784" actId="14100"/>
          <ac:spMkLst>
            <pc:docMk/>
            <pc:sldMk cId="0" sldId="257"/>
            <ac:spMk id="33" creationId="{A086CC51-D378-89B9-2C38-DD7FDA6E84B6}"/>
          </ac:spMkLst>
        </pc:spChg>
        <pc:spChg chg="add del mod">
          <ac:chgData name="Kyle Hall" userId="dee6082f7a28fba9" providerId="LiveId" clId="{24992446-988A-4B6B-AC77-4590DEE9CF8D}" dt="2025-12-02T22:21:24.193" v="783" actId="14100"/>
          <ac:spMkLst>
            <pc:docMk/>
            <pc:sldMk cId="0" sldId="257"/>
            <ac:spMk id="34" creationId="{52162577-50FA-BFE8-D927-343C1FD29674}"/>
          </ac:spMkLst>
        </pc:spChg>
        <pc:spChg chg="add mod">
          <ac:chgData name="Kyle Hall" userId="dee6082f7a28fba9" providerId="LiveId" clId="{24992446-988A-4B6B-AC77-4590DEE9CF8D}" dt="2025-12-02T19:46:26.034" v="208"/>
          <ac:spMkLst>
            <pc:docMk/>
            <pc:sldMk cId="0" sldId="257"/>
            <ac:spMk id="35" creationId="{573CECCC-BDBB-45FA-99C3-8A3E8B751AFB}"/>
          </ac:spMkLst>
        </pc:spChg>
        <pc:spChg chg="add 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36" creationId="{655021AC-185C-C079-55C1-368FB3C231A6}"/>
          </ac:spMkLst>
        </pc:spChg>
        <pc:spChg chg="add mod">
          <ac:chgData name="Kyle Hall" userId="dee6082f7a28fba9" providerId="LiveId" clId="{24992446-988A-4B6B-AC77-4590DEE9CF8D}" dt="2025-12-02T22:21:20.808" v="781" actId="14100"/>
          <ac:spMkLst>
            <pc:docMk/>
            <pc:sldMk cId="0" sldId="257"/>
            <ac:spMk id="37" creationId="{BC6A99D4-51CE-E25A-C7A8-06D467489193}"/>
          </ac:spMkLst>
        </pc:spChg>
        <pc:spChg chg="add mod">
          <ac:chgData name="Kyle Hall" userId="dee6082f7a28fba9" providerId="LiveId" clId="{24992446-988A-4B6B-AC77-4590DEE9CF8D}" dt="2025-12-02T19:52:45.850" v="319" actId="1076"/>
          <ac:spMkLst>
            <pc:docMk/>
            <pc:sldMk cId="0" sldId="257"/>
            <ac:spMk id="38" creationId="{48BB0950-C3CD-A9FF-5F04-835AFD6C08D6}"/>
          </ac:spMkLst>
        </pc:spChg>
        <pc:spChg chg="add mod">
          <ac:chgData name="Kyle Hall" userId="dee6082f7a28fba9" providerId="LiveId" clId="{24992446-988A-4B6B-AC77-4590DEE9CF8D}" dt="2025-12-02T19:53:06.959" v="321" actId="1076"/>
          <ac:spMkLst>
            <pc:docMk/>
            <pc:sldMk cId="0" sldId="257"/>
            <ac:spMk id="39" creationId="{4CEAC922-210C-0B4A-552E-704D054DAB70}"/>
          </ac:spMkLst>
        </pc:spChg>
        <pc:spChg chg="add mod">
          <ac:chgData name="Kyle Hall" userId="dee6082f7a28fba9" providerId="LiveId" clId="{24992446-988A-4B6B-AC77-4590DEE9CF8D}" dt="2025-12-02T22:05:56.458" v="762"/>
          <ac:spMkLst>
            <pc:docMk/>
            <pc:sldMk cId="0" sldId="257"/>
            <ac:spMk id="40" creationId="{421BDF7D-3992-0164-32EE-A62C3C3584DA}"/>
          </ac:spMkLst>
        </pc:spChg>
        <pc:spChg chg="add del mod">
          <ac:chgData name="Kyle Hall" userId="dee6082f7a28fba9" providerId="LiveId" clId="{24992446-988A-4B6B-AC77-4590DEE9CF8D}" dt="2025-12-02T19:53:23.824" v="325" actId="21"/>
          <ac:spMkLst>
            <pc:docMk/>
            <pc:sldMk cId="0" sldId="257"/>
            <ac:spMk id="41" creationId="{00000000-0000-0000-0000-000000000000}"/>
          </ac:spMkLst>
        </pc:spChg>
        <pc:spChg chg="add mod ord">
          <ac:chgData name="Kyle Hall" userId="dee6082f7a28fba9" providerId="LiveId" clId="{24992446-988A-4B6B-AC77-4590DEE9CF8D}" dt="2025-12-02T20:13:12.542" v="417" actId="208"/>
          <ac:spMkLst>
            <pc:docMk/>
            <pc:sldMk cId="0" sldId="257"/>
            <ac:spMk id="42" creationId="{5FDC6F76-8F46-1AE0-951F-67F92BDB2668}"/>
          </ac:spMkLst>
        </pc:spChg>
        <pc:spChg chg="add mod ord">
          <ac:chgData name="Kyle Hall" userId="dee6082f7a28fba9" providerId="LiveId" clId="{24992446-988A-4B6B-AC77-4590DEE9CF8D}" dt="2025-12-02T20:13:12.542" v="417" actId="208"/>
          <ac:spMkLst>
            <pc:docMk/>
            <pc:sldMk cId="0" sldId="257"/>
            <ac:spMk id="43" creationId="{25AB4752-CE9D-CEAE-76A6-36837A19959E}"/>
          </ac:spMkLst>
        </pc:spChg>
        <pc:spChg chg="add mod ord">
          <ac:chgData name="Kyle Hall" userId="dee6082f7a28fba9" providerId="LiveId" clId="{24992446-988A-4B6B-AC77-4590DEE9CF8D}" dt="2025-12-02T20:13:12.542" v="417" actId="208"/>
          <ac:spMkLst>
            <pc:docMk/>
            <pc:sldMk cId="0" sldId="257"/>
            <ac:spMk id="44" creationId="{9447EC08-B1DE-3F83-AB0D-12B7DF09C862}"/>
          </ac:spMkLst>
        </pc:spChg>
        <pc:spChg chg="add mod ord">
          <ac:chgData name="Kyle Hall" userId="dee6082f7a28fba9" providerId="LiveId" clId="{24992446-988A-4B6B-AC77-4590DEE9CF8D}" dt="2025-12-02T20:13:12.542" v="417" actId="208"/>
          <ac:spMkLst>
            <pc:docMk/>
            <pc:sldMk cId="0" sldId="257"/>
            <ac:spMk id="45" creationId="{D788D7C6-DA1D-822A-8037-4C28964FDD08}"/>
          </ac:spMkLst>
        </pc:spChg>
        <pc:spChg chg="add mod ord">
          <ac:chgData name="Kyle Hall" userId="dee6082f7a28fba9" providerId="LiveId" clId="{24992446-988A-4B6B-AC77-4590DEE9CF8D}" dt="2025-12-02T20:13:12.542" v="417" actId="208"/>
          <ac:spMkLst>
            <pc:docMk/>
            <pc:sldMk cId="0" sldId="257"/>
            <ac:spMk id="46" creationId="{AF25A479-E1CE-0E6E-549C-B2C3E821C4F2}"/>
          </ac:spMkLst>
        </pc:spChg>
        <pc:picChg chg="mod">
          <ac:chgData name="Kyle Hall" userId="dee6082f7a28fba9" providerId="LiveId" clId="{24992446-988A-4B6B-AC77-4590DEE9CF8D}" dt="2025-12-02T21:11:28.568" v="554" actId="1076"/>
          <ac:picMkLst>
            <pc:docMk/>
            <pc:sldMk cId="0" sldId="257"/>
            <ac:picMk id="17" creationId="{F9E62C7D-5A6C-43C9-AD9C-F83F9EAFBFC2}"/>
          </ac:picMkLst>
        </pc:picChg>
        <pc:picChg chg="mod">
          <ac:chgData name="Kyle Hall" userId="dee6082f7a28fba9" providerId="LiveId" clId="{24992446-988A-4B6B-AC77-4590DEE9CF8D}" dt="2025-12-02T21:11:28.568" v="554" actId="1076"/>
          <ac:picMkLst>
            <pc:docMk/>
            <pc:sldMk cId="0" sldId="257"/>
            <ac:picMk id="18" creationId="{5C519AC1-D844-E0CF-D6D2-3EA4ED9A24FE}"/>
          </ac:picMkLst>
        </pc:picChg>
      </pc:sldChg>
      <pc:sldChg chg="modSp del mod">
        <pc:chgData name="Kyle Hall" userId="dee6082f7a28fba9" providerId="LiveId" clId="{24992446-988A-4B6B-AC77-4590DEE9CF8D}" dt="2025-12-02T20:01:54.942" v="387" actId="47"/>
        <pc:sldMkLst>
          <pc:docMk/>
          <pc:sldMk cId="0" sldId="258"/>
        </pc:sldMkLst>
        <pc:spChg chg="mod">
          <ac:chgData name="Kyle Hall" userId="dee6082f7a28fba9" providerId="LiveId" clId="{24992446-988A-4B6B-AC77-4590DEE9CF8D}" dt="2025-12-02T19:57:03.018" v="37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3.018" v="377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54.583" v="372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1T02:16:16.170" v="142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Kyle Hall" userId="dee6082f7a28fba9" providerId="LiveId" clId="{24992446-988A-4B6B-AC77-4590DEE9CF8D}" dt="2025-12-01T02:16:23.316" v="144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Kyle Hall" userId="dee6082f7a28fba9" providerId="LiveId" clId="{24992446-988A-4B6B-AC77-4590DEE9CF8D}" dt="2025-12-02T19:57:09.543" v="378" actId="1076"/>
          <ac:spMkLst>
            <pc:docMk/>
            <pc:sldMk cId="0" sldId="258"/>
            <ac:spMk id="20" creationId="{00000000-0000-0000-0000-000000000000}"/>
          </ac:spMkLst>
        </pc:spChg>
      </pc:sldChg>
      <pc:sldChg chg="modSp del mod">
        <pc:chgData name="Kyle Hall" userId="dee6082f7a28fba9" providerId="LiveId" clId="{24992446-988A-4B6B-AC77-4590DEE9CF8D}" dt="2025-12-02T20:10:35.796" v="392" actId="47"/>
        <pc:sldMkLst>
          <pc:docMk/>
          <pc:sldMk cId="0" sldId="259"/>
        </pc:sldMkLst>
        <pc:spChg chg="mod">
          <ac:chgData name="Kyle Hall" userId="dee6082f7a28fba9" providerId="LiveId" clId="{24992446-988A-4B6B-AC77-4590DEE9CF8D}" dt="2025-12-02T16:44:16.265" v="154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Kyle Hall" userId="dee6082f7a28fba9" providerId="LiveId" clId="{24992446-988A-4B6B-AC77-4590DEE9CF8D}" dt="2025-12-02T16:44:11.902" v="152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yle Hall" userId="dee6082f7a28fba9" providerId="LiveId" clId="{24992446-988A-4B6B-AC77-4590DEE9CF8D}" dt="2025-12-02T16:44:02.317" v="148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16:44:07.032" v="150" actId="14100"/>
          <ac:spMkLst>
            <pc:docMk/>
            <pc:sldMk cId="0" sldId="259"/>
            <ac:spMk id="21" creationId="{00000000-0000-0000-0000-000000000000}"/>
          </ac:spMkLst>
        </pc:spChg>
      </pc:sldChg>
      <pc:sldChg chg="del">
        <pc:chgData name="Kyle Hall" userId="dee6082f7a28fba9" providerId="LiveId" clId="{24992446-988A-4B6B-AC77-4590DEE9CF8D}" dt="2025-12-02T20:29:09.515" v="472" actId="47"/>
        <pc:sldMkLst>
          <pc:docMk/>
          <pc:sldMk cId="0" sldId="260"/>
        </pc:sldMkLst>
      </pc:sldChg>
      <pc:sldChg chg="modSp del mod">
        <pc:chgData name="Kyle Hall" userId="dee6082f7a28fba9" providerId="LiveId" clId="{24992446-988A-4B6B-AC77-4590DEE9CF8D}" dt="2025-12-02T21:13:59.034" v="576" actId="47"/>
        <pc:sldMkLst>
          <pc:docMk/>
          <pc:sldMk cId="0" sldId="261"/>
        </pc:sldMkLst>
        <pc:spChg chg="mod">
          <ac:chgData name="Kyle Hall" userId="dee6082f7a28fba9" providerId="LiveId" clId="{24992446-988A-4B6B-AC77-4590DEE9CF8D}" dt="2025-12-02T21:09:38.507" v="53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38.507" v="539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38.507" v="539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38.507" v="539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38.507" v="539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Kyle Hall" userId="dee6082f7a28fba9" providerId="LiveId" clId="{24992446-988A-4B6B-AC77-4590DEE9CF8D}" dt="2025-12-02T21:09:52.244" v="543" actId="14100"/>
          <ac:spMkLst>
            <pc:docMk/>
            <pc:sldMk cId="0" sldId="261"/>
            <ac:spMk id="34" creationId="{00000000-0000-0000-0000-000000000000}"/>
          </ac:spMkLst>
        </pc:spChg>
      </pc:sldChg>
      <pc:sldChg chg="del">
        <pc:chgData name="Kyle Hall" userId="dee6082f7a28fba9" providerId="LiveId" clId="{24992446-988A-4B6B-AC77-4590DEE9CF8D}" dt="2025-12-02T20:14:08.822" v="420" actId="47"/>
        <pc:sldMkLst>
          <pc:docMk/>
          <pc:sldMk cId="0" sldId="262"/>
        </pc:sldMkLst>
      </pc:sldChg>
      <pc:sldChg chg="addSp delSp modSp mod">
        <pc:chgData name="Kyle Hall" userId="dee6082f7a28fba9" providerId="LiveId" clId="{24992446-988A-4B6B-AC77-4590DEE9CF8D}" dt="2025-12-02T22:06:33.566" v="763" actId="6549"/>
        <pc:sldMkLst>
          <pc:docMk/>
          <pc:sldMk cId="0" sldId="263"/>
        </pc:sldMkLst>
        <pc:spChg chg="del">
          <ac:chgData name="Kyle Hall" userId="dee6082f7a28fba9" providerId="LiveId" clId="{24992446-988A-4B6B-AC77-4590DEE9CF8D}" dt="2025-12-02T21:54:51.912" v="667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Kyle Hall" userId="dee6082f7a28fba9" providerId="LiveId" clId="{24992446-988A-4B6B-AC77-4590DEE9CF8D}" dt="2025-12-02T21:54:48.799" v="666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20:14:20.064" v="423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Kyle Hall" userId="dee6082f7a28fba9" providerId="LiveId" clId="{24992446-988A-4B6B-AC77-4590DEE9CF8D}" dt="2025-12-02T21:53:39.326" v="588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Kyle Hall" userId="dee6082f7a28fba9" providerId="LiveId" clId="{24992446-988A-4B6B-AC77-4590DEE9CF8D}" dt="2025-12-02T21:53:35.209" v="581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Kyle Hall" userId="dee6082f7a28fba9" providerId="LiveId" clId="{24992446-988A-4B6B-AC77-4590DEE9CF8D}" dt="2025-12-02T21:55:12.637" v="672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yle Hall" userId="dee6082f7a28fba9" providerId="LiveId" clId="{24992446-988A-4B6B-AC77-4590DEE9CF8D}" dt="2025-12-02T21:55:16.277" v="674" actId="1076"/>
          <ac:spMkLst>
            <pc:docMk/>
            <pc:sldMk cId="0" sldId="263"/>
            <ac:spMk id="13" creationId="{00000000-0000-0000-0000-000000000000}"/>
          </ac:spMkLst>
        </pc:spChg>
        <pc:spChg chg="del">
          <ac:chgData name="Kyle Hall" userId="dee6082f7a28fba9" providerId="LiveId" clId="{24992446-988A-4B6B-AC77-4590DEE9CF8D}" dt="2025-12-02T21:53:26.759" v="580" actId="47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2T21:53:48.340" v="589" actId="20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21:56:03.597" v="709" actId="1076"/>
          <ac:spMkLst>
            <pc:docMk/>
            <pc:sldMk cId="0" sldId="263"/>
            <ac:spMk id="19" creationId="{00000000-0000-0000-0000-000000000000}"/>
          </ac:spMkLst>
        </pc:spChg>
        <pc:spChg chg="add mod">
          <ac:chgData name="Kyle Hall" userId="dee6082f7a28fba9" providerId="LiveId" clId="{24992446-988A-4B6B-AC77-4590DEE9CF8D}" dt="2025-12-02T22:06:33.566" v="763" actId="6549"/>
          <ac:spMkLst>
            <pc:docMk/>
            <pc:sldMk cId="0" sldId="263"/>
            <ac:spMk id="20" creationId="{190862E9-419A-27B5-C95F-6315C8DD62EF}"/>
          </ac:spMkLst>
        </pc:spChg>
      </pc:sldChg>
      <pc:sldChg chg="modSp mod">
        <pc:chgData name="Kyle Hall" userId="dee6082f7a28fba9" providerId="LiveId" clId="{24992446-988A-4B6B-AC77-4590DEE9CF8D}" dt="2025-12-02T22:06:57.946" v="770" actId="20577"/>
        <pc:sldMkLst>
          <pc:docMk/>
          <pc:sldMk cId="0" sldId="264"/>
        </pc:sldMkLst>
        <pc:spChg chg="mod">
          <ac:chgData name="Kyle Hall" userId="dee6082f7a28fba9" providerId="LiveId" clId="{24992446-988A-4B6B-AC77-4590DEE9CF8D}" dt="2025-12-02T22:06:57.946" v="770" actId="20577"/>
          <ac:spMkLst>
            <pc:docMk/>
            <pc:sldMk cId="0" sldId="264"/>
            <ac:spMk id="22" creationId="{00000000-0000-0000-0000-000000000000}"/>
          </ac:spMkLst>
        </pc:spChg>
      </pc:sldChg>
      <pc:sldChg chg="modSp mod">
        <pc:chgData name="Kyle Hall" userId="dee6082f7a28fba9" providerId="LiveId" clId="{24992446-988A-4B6B-AC77-4590DEE9CF8D}" dt="2025-12-02T22:07:48.014" v="773" actId="1076"/>
        <pc:sldMkLst>
          <pc:docMk/>
          <pc:sldMk cId="0" sldId="265"/>
        </pc:sldMkLst>
        <pc:spChg chg="mod">
          <ac:chgData name="Kyle Hall" userId="dee6082f7a28fba9" providerId="LiveId" clId="{24992446-988A-4B6B-AC77-4590DEE9CF8D}" dt="2025-12-02T21:12:45.533" v="563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yle Hall" userId="dee6082f7a28fba9" providerId="LiveId" clId="{24992446-988A-4B6B-AC77-4590DEE9CF8D}" dt="2025-12-02T21:13:29.373" v="573" actId="11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yle Hall" userId="dee6082f7a28fba9" providerId="LiveId" clId="{24992446-988A-4B6B-AC77-4590DEE9CF8D}" dt="2025-12-02T22:07:32.480" v="772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yle Hall" userId="dee6082f7a28fba9" providerId="LiveId" clId="{24992446-988A-4B6B-AC77-4590DEE9CF8D}" dt="2025-12-02T21:13:29.373" v="573" actId="11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yle Hall" userId="dee6082f7a28fba9" providerId="LiveId" clId="{24992446-988A-4B6B-AC77-4590DEE9CF8D}" dt="2025-12-02T21:12:55.251" v="564" actId="1076"/>
          <ac:spMkLst>
            <pc:docMk/>
            <pc:sldMk cId="0" sldId="265"/>
            <ac:spMk id="18" creationId="{ADED0E06-95F3-B125-2A2E-4D8D7F1E048E}"/>
          </ac:spMkLst>
        </pc:spChg>
        <pc:spChg chg="mod">
          <ac:chgData name="Kyle Hall" userId="dee6082f7a28fba9" providerId="LiveId" clId="{24992446-988A-4B6B-AC77-4590DEE9CF8D}" dt="2025-12-02T22:07:48.014" v="773" actId="1076"/>
          <ac:spMkLst>
            <pc:docMk/>
            <pc:sldMk cId="0" sldId="265"/>
            <ac:spMk id="19" creationId="{382E1D7D-2966-45E4-5061-E5BD3743AD29}"/>
          </ac:spMkLst>
        </pc:spChg>
      </pc:sldChg>
      <pc:sldChg chg="addSp delSp modSp mod modNotesTx">
        <pc:chgData name="Kyle Hall" userId="dee6082f7a28fba9" providerId="LiveId" clId="{24992446-988A-4B6B-AC77-4590DEE9CF8D}" dt="2025-12-02T22:20:55.865" v="778"/>
        <pc:sldMkLst>
          <pc:docMk/>
          <pc:sldMk cId="0" sldId="266"/>
        </pc:sldMkLst>
        <pc:spChg chg="mod">
          <ac:chgData name="Kyle Hall" userId="dee6082f7a28fba9" providerId="LiveId" clId="{24992446-988A-4B6B-AC77-4590DEE9CF8D}" dt="2025-12-01T01:52:59.344" v="74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Kyle Hall" userId="dee6082f7a28fba9" providerId="LiveId" clId="{24992446-988A-4B6B-AC77-4590DEE9CF8D}" dt="2025-12-01T01:52:59.344" v="74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1T01:52:59.344" v="74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Kyle Hall" userId="dee6082f7a28fba9" providerId="LiveId" clId="{24992446-988A-4B6B-AC77-4590DEE9CF8D}" dt="2025-12-01T01:53:11.499" v="75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Kyle Hall" userId="dee6082f7a28fba9" providerId="LiveId" clId="{24992446-988A-4B6B-AC77-4590DEE9CF8D}" dt="2025-12-01T01:53:11.499" v="75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Kyle Hall" userId="dee6082f7a28fba9" providerId="LiveId" clId="{24992446-988A-4B6B-AC77-4590DEE9CF8D}" dt="2025-12-01T01:53:11.499" v="75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Kyle Hall" userId="dee6082f7a28fba9" providerId="LiveId" clId="{24992446-988A-4B6B-AC77-4590DEE9CF8D}" dt="2025-12-01T01:52:33.457" v="7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Kyle Hall" userId="dee6082f7a28fba9" providerId="LiveId" clId="{24992446-988A-4B6B-AC77-4590DEE9CF8D}" dt="2025-12-01T01:52:33.457" v="70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Kyle Hall" userId="dee6082f7a28fba9" providerId="LiveId" clId="{24992446-988A-4B6B-AC77-4590DEE9CF8D}" dt="2025-12-01T01:52:33.457" v="70" actId="1076"/>
          <ac:spMkLst>
            <pc:docMk/>
            <pc:sldMk cId="0" sldId="266"/>
            <ac:spMk id="12" creationId="{00000000-0000-0000-0000-000000000000}"/>
          </ac:spMkLst>
        </pc:spChg>
        <pc:spChg chg="del">
          <ac:chgData name="Kyle Hall" userId="dee6082f7a28fba9" providerId="LiveId" clId="{24992446-988A-4B6B-AC77-4590DEE9CF8D}" dt="2025-12-02T19:52:25.027" v="315" actId="21"/>
          <ac:spMkLst>
            <pc:docMk/>
            <pc:sldMk cId="0" sldId="266"/>
            <ac:spMk id="13" creationId="{00000000-0000-0000-0000-000000000000}"/>
          </ac:spMkLst>
        </pc:spChg>
        <pc:spChg chg="mod">
          <ac:chgData name="Kyle Hall" userId="dee6082f7a28fba9" providerId="LiveId" clId="{24992446-988A-4B6B-AC77-4590DEE9CF8D}" dt="2025-12-02T20:12:06.875" v="396" actId="208"/>
          <ac:spMkLst>
            <pc:docMk/>
            <pc:sldMk cId="0" sldId="266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2T22:05:28.845" v="760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Kyle Hall" userId="dee6082f7a28fba9" providerId="LiveId" clId="{24992446-988A-4B6B-AC77-4590DEE9CF8D}" dt="2025-12-02T20:12:06.875" v="396" actId="208"/>
          <ac:spMkLst>
            <pc:docMk/>
            <pc:sldMk cId="0" sldId="266"/>
            <ac:spMk id="17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32.727" v="32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32.727" v="326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Kyle Hall" userId="dee6082f7a28fba9" providerId="LiveId" clId="{24992446-988A-4B6B-AC77-4590DEE9CF8D}" dt="2025-12-02T20:12:06.875" v="396" actId="20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Kyle Hall" userId="dee6082f7a28fba9" providerId="LiveId" clId="{24992446-988A-4B6B-AC77-4590DEE9CF8D}" dt="2025-12-02T19:53:32.727" v="326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yle Hall" userId="dee6082f7a28fba9" providerId="LiveId" clId="{24992446-988A-4B6B-AC77-4590DEE9CF8D}" dt="2025-12-02T19:52:07.275" v="314" actId="478"/>
          <ac:spMkLst>
            <pc:docMk/>
            <pc:sldMk cId="0" sldId="266"/>
            <ac:spMk id="23" creationId="{00000000-0000-0000-0000-000000000000}"/>
          </ac:spMkLst>
        </pc:spChg>
        <pc:spChg chg="add mod">
          <ac:chgData name="Kyle Hall" userId="dee6082f7a28fba9" providerId="LiveId" clId="{24992446-988A-4B6B-AC77-4590DEE9CF8D}" dt="2025-12-01T01:52:39.538" v="71" actId="1076"/>
          <ac:spMkLst>
            <pc:docMk/>
            <pc:sldMk cId="0" sldId="266"/>
            <ac:spMk id="24" creationId="{1B3ED7B8-B8EF-04DE-A35F-A58DA8C1814D}"/>
          </ac:spMkLst>
        </pc:spChg>
        <pc:spChg chg="add mod">
          <ac:chgData name="Kyle Hall" userId="dee6082f7a28fba9" providerId="LiveId" clId="{24992446-988A-4B6B-AC77-4590DEE9CF8D}" dt="2025-12-01T01:52:39.538" v="71" actId="1076"/>
          <ac:spMkLst>
            <pc:docMk/>
            <pc:sldMk cId="0" sldId="266"/>
            <ac:spMk id="25" creationId="{93185450-566D-9C19-1DB1-7DAF7B6B88D2}"/>
          </ac:spMkLst>
        </pc:spChg>
        <pc:spChg chg="add mod">
          <ac:chgData name="Kyle Hall" userId="dee6082f7a28fba9" providerId="LiveId" clId="{24992446-988A-4B6B-AC77-4590DEE9CF8D}" dt="2025-12-01T01:52:39.538" v="71" actId="1076"/>
          <ac:spMkLst>
            <pc:docMk/>
            <pc:sldMk cId="0" sldId="266"/>
            <ac:spMk id="26" creationId="{34647004-BF37-5FD1-9811-124FD7B682C9}"/>
          </ac:spMkLst>
        </pc:spChg>
        <pc:spChg chg="add mod">
          <ac:chgData name="Kyle Hall" userId="dee6082f7a28fba9" providerId="LiveId" clId="{24992446-988A-4B6B-AC77-4590DEE9CF8D}" dt="2025-12-02T20:12:06.875" v="396" actId="208"/>
          <ac:spMkLst>
            <pc:docMk/>
            <pc:sldMk cId="0" sldId="266"/>
            <ac:spMk id="27" creationId="{986D0265-FB8F-B746-9207-86C86195798A}"/>
          </ac:spMkLst>
        </pc:spChg>
        <pc:spChg chg="add mod">
          <ac:chgData name="Kyle Hall" userId="dee6082f7a28fba9" providerId="LiveId" clId="{24992446-988A-4B6B-AC77-4590DEE9CF8D}" dt="2025-12-02T22:20:55.865" v="778"/>
          <ac:spMkLst>
            <pc:docMk/>
            <pc:sldMk cId="0" sldId="266"/>
            <ac:spMk id="28" creationId="{6A4916A5-D521-EB1F-3A1E-7B82F5BA8793}"/>
          </ac:spMkLst>
        </pc:spChg>
        <pc:spChg chg="add mod">
          <ac:chgData name="Kyle Hall" userId="dee6082f7a28fba9" providerId="LiveId" clId="{24992446-988A-4B6B-AC77-4590DEE9CF8D}" dt="2025-12-02T19:53:32.727" v="326" actId="1076"/>
          <ac:spMkLst>
            <pc:docMk/>
            <pc:sldMk cId="0" sldId="266"/>
            <ac:spMk id="29" creationId="{B0E841A5-CF8D-ECC7-288D-ABE5FCBF4F7F}"/>
          </ac:spMkLst>
        </pc:spChg>
        <pc:picChg chg="add mod">
          <ac:chgData name="Kyle Hall" userId="dee6082f7a28fba9" providerId="LiveId" clId="{24992446-988A-4B6B-AC77-4590DEE9CF8D}" dt="2025-12-02T21:12:11.197" v="559" actId="1076"/>
          <ac:picMkLst>
            <pc:docMk/>
            <pc:sldMk cId="0" sldId="266"/>
            <ac:picMk id="30" creationId="{6C74F810-40B7-7FB7-C203-B17CA222679F}"/>
          </ac:picMkLst>
        </pc:picChg>
      </pc:sldChg>
      <pc:sldChg chg="addSp delSp modSp add mod setBg">
        <pc:chgData name="Kyle Hall" userId="dee6082f7a28fba9" providerId="LiveId" clId="{24992446-988A-4B6B-AC77-4590DEE9CF8D}" dt="2025-12-02T20:11:41.766" v="395" actId="208"/>
        <pc:sldMkLst>
          <pc:docMk/>
          <pc:sldMk cId="0" sldId="267"/>
        </pc:sldMkLst>
        <pc:spChg chg="mod">
          <ac:chgData name="Kyle Hall" userId="dee6082f7a28fba9" providerId="LiveId" clId="{24992446-988A-4B6B-AC77-4590DEE9CF8D}" dt="2025-12-02T20:00:59.276" v="380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20:01:06.755" v="381"/>
          <ac:spMkLst>
            <pc:docMk/>
            <pc:sldMk cId="0" sldId="267"/>
            <ac:spMk id="5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Kyle Hall" userId="dee6082f7a28fba9" providerId="LiveId" clId="{24992446-988A-4B6B-AC77-4590DEE9CF8D}" dt="2025-12-02T20:01:19.753" v="382" actId="478"/>
          <ac:spMkLst>
            <pc:docMk/>
            <pc:sldMk cId="0" sldId="267"/>
            <ac:spMk id="17" creationId="{00000000-0000-0000-0000-000000000000}"/>
          </ac:spMkLst>
        </pc:spChg>
        <pc:spChg chg="mod">
          <ac:chgData name="Kyle Hall" userId="dee6082f7a28fba9" providerId="LiveId" clId="{24992446-988A-4B6B-AC77-4590DEE9CF8D}" dt="2025-12-02T20:11:41.766" v="395" actId="208"/>
          <ac:spMkLst>
            <pc:docMk/>
            <pc:sldMk cId="0" sldId="267"/>
            <ac:spMk id="18" creationId="{00000000-0000-0000-0000-000000000000}"/>
          </ac:spMkLst>
        </pc:spChg>
        <pc:spChg chg="mod">
          <ac:chgData name="Kyle Hall" userId="dee6082f7a28fba9" providerId="LiveId" clId="{24992446-988A-4B6B-AC77-4590DEE9CF8D}" dt="2025-12-02T20:01:30.735" v="385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Kyle Hall" userId="dee6082f7a28fba9" providerId="LiveId" clId="{24992446-988A-4B6B-AC77-4590DEE9CF8D}" dt="2025-12-02T20:01:34.192" v="386" actId="20577"/>
          <ac:spMkLst>
            <pc:docMk/>
            <pc:sldMk cId="0" sldId="267"/>
            <ac:spMk id="25" creationId="{00000000-0000-0000-0000-000000000000}"/>
          </ac:spMkLst>
        </pc:spChg>
        <pc:spChg chg="add mod">
          <ac:chgData name="Kyle Hall" userId="dee6082f7a28fba9" providerId="LiveId" clId="{24992446-988A-4B6B-AC77-4590DEE9CF8D}" dt="2025-12-02T20:11:41.766" v="395" actId="208"/>
          <ac:spMkLst>
            <pc:docMk/>
            <pc:sldMk cId="0" sldId="267"/>
            <ac:spMk id="29" creationId="{5FEFFFF1-7202-AF71-B177-BBCFF27EC1AD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0" creationId="{82780CCA-9E4E-76A1-A275-D7E78BF7679A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1" creationId="{B3D0EA22-8715-4193-E04B-BBD7539F30DA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2" creationId="{BB2A5E3D-A875-FB99-12CF-808E8B1F0BF1}"/>
          </ac:spMkLst>
        </pc:spChg>
        <pc:spChg chg="add mod">
          <ac:chgData name="Kyle Hall" userId="dee6082f7a28fba9" providerId="LiveId" clId="{24992446-988A-4B6B-AC77-4590DEE9CF8D}" dt="2025-12-02T20:11:41.766" v="395" actId="208"/>
          <ac:spMkLst>
            <pc:docMk/>
            <pc:sldMk cId="0" sldId="267"/>
            <ac:spMk id="33" creationId="{B911E02F-2A39-BA38-7F90-0DC7F2800E78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4" creationId="{ACB17F03-6CA8-464A-A41F-DF077AD1DFEE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5" creationId="{BBE2E5D1-BA6A-C8C3-0CB8-0F41C8583E70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6" creationId="{DC36E2C9-8B93-2CCB-E990-790E66CF6105}"/>
          </ac:spMkLst>
        </pc:spChg>
        <pc:spChg chg="add mod">
          <ac:chgData name="Kyle Hall" userId="dee6082f7a28fba9" providerId="LiveId" clId="{24992446-988A-4B6B-AC77-4590DEE9CF8D}" dt="2025-12-02T20:11:41.766" v="395" actId="208"/>
          <ac:spMkLst>
            <pc:docMk/>
            <pc:sldMk cId="0" sldId="267"/>
            <ac:spMk id="37" creationId="{22487133-5861-31E3-B1E5-A31926E6C0EB}"/>
          </ac:spMkLst>
        </pc:spChg>
        <pc:spChg chg="add mod">
          <ac:chgData name="Kyle Hall" userId="dee6082f7a28fba9" providerId="LiveId" clId="{24992446-988A-4B6B-AC77-4590DEE9CF8D}" dt="2025-12-02T20:01:24.620" v="384" actId="1076"/>
          <ac:spMkLst>
            <pc:docMk/>
            <pc:sldMk cId="0" sldId="267"/>
            <ac:spMk id="39" creationId="{F5BF729D-5614-960F-FA7B-CA2598462BA3}"/>
          </ac:spMkLst>
        </pc:spChg>
      </pc:sldChg>
      <pc:sldChg chg="modSp add mod setBg">
        <pc:chgData name="Kyle Hall" userId="dee6082f7a28fba9" providerId="LiveId" clId="{24992446-988A-4B6B-AC77-4590DEE9CF8D}" dt="2025-12-02T22:15:08.047" v="776" actId="20577"/>
        <pc:sldMkLst>
          <pc:docMk/>
          <pc:sldMk cId="0" sldId="268"/>
        </pc:sldMkLst>
        <pc:spChg chg="mod">
          <ac:chgData name="Kyle Hall" userId="dee6082f7a28fba9" providerId="LiveId" clId="{24992446-988A-4B6B-AC77-4590DEE9CF8D}" dt="2025-12-02T20:10:29.054" v="391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20:11:22.955" v="393" actId="208"/>
          <ac:spMkLst>
            <pc:docMk/>
            <pc:sldMk cId="0" sldId="268"/>
            <ac:spMk id="4" creationId="{00000000-0000-0000-0000-000000000000}"/>
          </ac:spMkLst>
        </pc:spChg>
        <pc:spChg chg="mod">
          <ac:chgData name="Kyle Hall" userId="dee6082f7a28fba9" providerId="LiveId" clId="{24992446-988A-4B6B-AC77-4590DEE9CF8D}" dt="2025-12-02T20:14:30.665" v="425" actId="113"/>
          <ac:spMkLst>
            <pc:docMk/>
            <pc:sldMk cId="0" sldId="268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2T22:15:08.047" v="776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2T20:11:31.733" v="394" actId="208"/>
          <ac:spMkLst>
            <pc:docMk/>
            <pc:sldMk cId="0" sldId="268"/>
            <ac:spMk id="36" creationId="{00000000-0000-0000-0000-000000000000}"/>
          </ac:spMkLst>
        </pc:spChg>
        <pc:spChg chg="mod">
          <ac:chgData name="Kyle Hall" userId="dee6082f7a28fba9" providerId="LiveId" clId="{24992446-988A-4B6B-AC77-4590DEE9CF8D}" dt="2025-12-02T20:15:01.059" v="426" actId="113"/>
          <ac:spMkLst>
            <pc:docMk/>
            <pc:sldMk cId="0" sldId="268"/>
            <ac:spMk id="38" creationId="{00000000-0000-0000-0000-000000000000}"/>
          </ac:spMkLst>
        </pc:spChg>
      </pc:sldChg>
      <pc:sldChg chg="addSp delSp modSp add del mod setBg">
        <pc:chgData name="Kyle Hall" userId="dee6082f7a28fba9" providerId="LiveId" clId="{24992446-988A-4B6B-AC77-4590DEE9CF8D}" dt="2025-12-02T20:44:20.052" v="533" actId="47"/>
        <pc:sldMkLst>
          <pc:docMk/>
          <pc:sldMk cId="0" sldId="269"/>
        </pc:sldMkLst>
        <pc:spChg chg="mod">
          <ac:chgData name="Kyle Hall" userId="dee6082f7a28fba9" providerId="LiveId" clId="{24992446-988A-4B6B-AC77-4590DEE9CF8D}" dt="2025-12-02T20:22:04.113" v="428" actId="14100"/>
          <ac:spMkLst>
            <pc:docMk/>
            <pc:sldMk cId="0" sldId="269"/>
            <ac:spMk id="3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764" v="507" actId="14100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Kyle Hall" userId="dee6082f7a28fba9" providerId="LiveId" clId="{24992446-988A-4B6B-AC77-4590DEE9CF8D}" dt="2025-12-02T20:27:37.154" v="467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Kyle Hall" userId="dee6082f7a28fba9" providerId="LiveId" clId="{24992446-988A-4B6B-AC77-4590DEE9CF8D}" dt="2025-12-02T20:37:11.323" v="493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yle Hall" userId="dee6082f7a28fba9" providerId="LiveId" clId="{24992446-988A-4B6B-AC77-4590DEE9CF8D}" dt="2025-12-02T20:37:49.485" v="498" actId="1410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3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Kyle Hall" userId="dee6082f7a28fba9" providerId="LiveId" clId="{24992446-988A-4B6B-AC77-4590DEE9CF8D}" dt="2025-12-02T20:42:09.062" v="505" actId="14100"/>
          <ac:spMkLst>
            <pc:docMk/>
            <pc:sldMk cId="0" sldId="269"/>
            <ac:spMk id="17" creationId="{00000000-0000-0000-0000-000000000000}"/>
          </ac:spMkLst>
        </pc:spChg>
        <pc:spChg chg="del">
          <ac:chgData name="Kyle Hall" userId="dee6082f7a28fba9" providerId="LiveId" clId="{24992446-988A-4B6B-AC77-4590DEE9CF8D}" dt="2025-12-02T20:22:21.812" v="429" actId="478"/>
          <ac:spMkLst>
            <pc:docMk/>
            <pc:sldMk cId="0" sldId="269"/>
            <ac:spMk id="18" creationId="{00000000-0000-0000-0000-000000000000}"/>
          </ac:spMkLst>
        </pc:spChg>
        <pc:spChg chg="add mod">
          <ac:chgData name="Kyle Hall" userId="dee6082f7a28fba9" providerId="LiveId" clId="{24992446-988A-4B6B-AC77-4590DEE9CF8D}" dt="2025-12-02T20:42:09.764" v="507" actId="14100"/>
          <ac:spMkLst>
            <pc:docMk/>
            <pc:sldMk cId="0" sldId="269"/>
            <ac:spMk id="27" creationId="{C9490062-F3D6-88DE-8154-7ACE032486B6}"/>
          </ac:spMkLst>
        </pc:spChg>
        <pc:spChg chg="add mod">
          <ac:chgData name="Kyle Hall" userId="dee6082f7a28fba9" providerId="LiveId" clId="{24992446-988A-4B6B-AC77-4590DEE9CF8D}" dt="2025-12-02T20:37:11.323" v="493" actId="1076"/>
          <ac:spMkLst>
            <pc:docMk/>
            <pc:sldMk cId="0" sldId="269"/>
            <ac:spMk id="28" creationId="{B4C833A5-1EE4-FEEB-394F-5B3A0DF89E21}"/>
          </ac:spMkLst>
        </pc:spChg>
        <pc:picChg chg="add del mod">
          <ac:chgData name="Kyle Hall" userId="dee6082f7a28fba9" providerId="LiveId" clId="{24992446-988A-4B6B-AC77-4590DEE9CF8D}" dt="2025-12-02T20:24:22.357" v="439" actId="478"/>
          <ac:picMkLst>
            <pc:docMk/>
            <pc:sldMk cId="0" sldId="269"/>
            <ac:picMk id="20" creationId="{735ED911-5A5F-E55C-8706-FDA2E6DD3F21}"/>
          </ac:picMkLst>
        </pc:picChg>
        <pc:picChg chg="add del mod">
          <ac:chgData name="Kyle Hall" userId="dee6082f7a28fba9" providerId="LiveId" clId="{24992446-988A-4B6B-AC77-4590DEE9CF8D}" dt="2025-12-02T20:23:56.022" v="438" actId="478"/>
          <ac:picMkLst>
            <pc:docMk/>
            <pc:sldMk cId="0" sldId="269"/>
            <ac:picMk id="22" creationId="{C1B432C3-17C5-DF0C-ECF2-988029A269CF}"/>
          </ac:picMkLst>
        </pc:picChg>
        <pc:picChg chg="add mod">
          <ac:chgData name="Kyle Hall" userId="dee6082f7a28fba9" providerId="LiveId" clId="{24992446-988A-4B6B-AC77-4590DEE9CF8D}" dt="2025-12-02T20:42:09.764" v="507" actId="14100"/>
          <ac:picMkLst>
            <pc:docMk/>
            <pc:sldMk cId="0" sldId="269"/>
            <ac:picMk id="24" creationId="{E15A65A3-EC0F-5353-508C-EE39E4A5851E}"/>
          </ac:picMkLst>
        </pc:picChg>
        <pc:picChg chg="add mod">
          <ac:chgData name="Kyle Hall" userId="dee6082f7a28fba9" providerId="LiveId" clId="{24992446-988A-4B6B-AC77-4590DEE9CF8D}" dt="2025-12-02T20:42:09.764" v="507" actId="14100"/>
          <ac:picMkLst>
            <pc:docMk/>
            <pc:sldMk cId="0" sldId="269"/>
            <ac:picMk id="26" creationId="{FD49AEED-803C-B46D-3207-6223E383FD51}"/>
          </ac:picMkLst>
        </pc:picChg>
      </pc:sldChg>
      <pc:sldChg chg="addSp delSp modSp add del mod setBg">
        <pc:chgData name="Kyle Hall" userId="dee6082f7a28fba9" providerId="LiveId" clId="{24992446-988A-4B6B-AC77-4590DEE9CF8D}" dt="2025-12-02T20:44:09.680" v="532" actId="478"/>
        <pc:sldMkLst>
          <pc:docMk/>
          <pc:sldMk cId="0" sldId="270"/>
        </pc:sldMkLst>
        <pc:spChg chg="mod">
          <ac:chgData name="Kyle Hall" userId="dee6082f7a28fba9" providerId="LiveId" clId="{24992446-988A-4B6B-AC77-4590DEE9CF8D}" dt="2025-12-02T20:42:21.213" v="509" actId="14100"/>
          <ac:spMkLst>
            <pc:docMk/>
            <pc:sldMk cId="0" sldId="270"/>
            <ac:spMk id="3" creationId="{00000000-0000-0000-0000-000000000000}"/>
          </ac:spMkLst>
        </pc:spChg>
        <pc:spChg chg="del">
          <ac:chgData name="Kyle Hall" userId="dee6082f7a28fba9" providerId="LiveId" clId="{24992446-988A-4B6B-AC77-4590DEE9CF8D}" dt="2025-12-02T20:44:09.680" v="532" actId="478"/>
          <ac:spMkLst>
            <pc:docMk/>
            <pc:sldMk cId="0" sldId="270"/>
            <ac:spMk id="14" creationId="{00000000-0000-0000-0000-000000000000}"/>
          </ac:spMkLst>
        </pc:spChg>
        <pc:spChg chg="add mod">
          <ac:chgData name="Kyle Hall" userId="dee6082f7a28fba9" providerId="LiveId" clId="{24992446-988A-4B6B-AC77-4590DEE9CF8D}" dt="2025-12-02T20:42:29.734" v="510"/>
          <ac:spMkLst>
            <pc:docMk/>
            <pc:sldMk cId="0" sldId="270"/>
            <ac:spMk id="15" creationId="{BEAA4DC0-8CE0-15AD-503B-752E341D2F42}"/>
          </ac:spMkLst>
        </pc:spChg>
        <pc:spChg chg="add mod">
          <ac:chgData name="Kyle Hall" userId="dee6082f7a28fba9" providerId="LiveId" clId="{24992446-988A-4B6B-AC77-4590DEE9CF8D}" dt="2025-12-02T20:42:29.734" v="510"/>
          <ac:spMkLst>
            <pc:docMk/>
            <pc:sldMk cId="0" sldId="270"/>
            <ac:spMk id="18" creationId="{7E5CA0D8-52B4-4E57-D41B-A4648E8F13BD}"/>
          </ac:spMkLst>
        </pc:spChg>
        <pc:spChg chg="add mod">
          <ac:chgData name="Kyle Hall" userId="dee6082f7a28fba9" providerId="LiveId" clId="{24992446-988A-4B6B-AC77-4590DEE9CF8D}" dt="2025-12-02T20:42:57.996" v="516" actId="14100"/>
          <ac:spMkLst>
            <pc:docMk/>
            <pc:sldMk cId="0" sldId="270"/>
            <ac:spMk id="19" creationId="{A4BC96DB-CA4D-C834-E126-30CABCF4359E}"/>
          </ac:spMkLst>
        </pc:spChg>
        <pc:spChg chg="add mod">
          <ac:chgData name="Kyle Hall" userId="dee6082f7a28fba9" providerId="LiveId" clId="{24992446-988A-4B6B-AC77-4590DEE9CF8D}" dt="2025-12-02T20:43:06.039" v="519" actId="1076"/>
          <ac:spMkLst>
            <pc:docMk/>
            <pc:sldMk cId="0" sldId="270"/>
            <ac:spMk id="22" creationId="{14170A33-AF95-35AA-774F-CABF3597A6B7}"/>
          </ac:spMkLst>
        </pc:spChg>
        <pc:spChg chg="add mod">
          <ac:chgData name="Kyle Hall" userId="dee6082f7a28fba9" providerId="LiveId" clId="{24992446-988A-4B6B-AC77-4590DEE9CF8D}" dt="2025-12-02T20:43:49.496" v="530" actId="14100"/>
          <ac:spMkLst>
            <pc:docMk/>
            <pc:sldMk cId="0" sldId="270"/>
            <ac:spMk id="23" creationId="{53DB66FE-18E0-0915-957A-F6F9DB0BCCCD}"/>
          </ac:spMkLst>
        </pc:spChg>
        <pc:spChg chg="add mod">
          <ac:chgData name="Kyle Hall" userId="dee6082f7a28fba9" providerId="LiveId" clId="{24992446-988A-4B6B-AC77-4590DEE9CF8D}" dt="2025-12-02T20:43:51.535" v="531" actId="14100"/>
          <ac:spMkLst>
            <pc:docMk/>
            <pc:sldMk cId="0" sldId="270"/>
            <ac:spMk id="24" creationId="{57CDA401-72E6-8EDB-0C44-39797A44A429}"/>
          </ac:spMkLst>
        </pc:spChg>
        <pc:picChg chg="add mod">
          <ac:chgData name="Kyle Hall" userId="dee6082f7a28fba9" providerId="LiveId" clId="{24992446-988A-4B6B-AC77-4590DEE9CF8D}" dt="2025-12-02T20:42:29.734" v="510"/>
          <ac:picMkLst>
            <pc:docMk/>
            <pc:sldMk cId="0" sldId="270"/>
            <ac:picMk id="16" creationId="{78C54D97-EEEA-6B29-54C0-E651C23E6349}"/>
          </ac:picMkLst>
        </pc:picChg>
        <pc:picChg chg="add mod">
          <ac:chgData name="Kyle Hall" userId="dee6082f7a28fba9" providerId="LiveId" clId="{24992446-988A-4B6B-AC77-4590DEE9CF8D}" dt="2025-12-02T20:42:29.734" v="510"/>
          <ac:picMkLst>
            <pc:docMk/>
            <pc:sldMk cId="0" sldId="270"/>
            <ac:picMk id="17" creationId="{345C6B9C-A3D8-9AB6-5AE0-350EDFE3C7B7}"/>
          </ac:picMkLst>
        </pc:picChg>
        <pc:picChg chg="add mod">
          <ac:chgData name="Kyle Hall" userId="dee6082f7a28fba9" providerId="LiveId" clId="{24992446-988A-4B6B-AC77-4590DEE9CF8D}" dt="2025-12-02T20:42:52.538" v="514" actId="1076"/>
          <ac:picMkLst>
            <pc:docMk/>
            <pc:sldMk cId="0" sldId="270"/>
            <ac:picMk id="20" creationId="{28D867F4-FD14-1EBF-EF41-3AE16A98B6CD}"/>
          </ac:picMkLst>
        </pc:picChg>
        <pc:picChg chg="add mod">
          <ac:chgData name="Kyle Hall" userId="dee6082f7a28fba9" providerId="LiveId" clId="{24992446-988A-4B6B-AC77-4590DEE9CF8D}" dt="2025-12-02T20:42:52.538" v="514" actId="1076"/>
          <ac:picMkLst>
            <pc:docMk/>
            <pc:sldMk cId="0" sldId="270"/>
            <ac:picMk id="21" creationId="{375BE493-8643-B381-CD5D-8201D41A29B8}"/>
          </ac:picMkLst>
        </pc:picChg>
      </pc:sldChg>
      <pc:sldChg chg="addSp delSp modSp add mod setBg">
        <pc:chgData name="Kyle Hall" userId="dee6082f7a28fba9" providerId="LiveId" clId="{24992446-988A-4B6B-AC77-4590DEE9CF8D}" dt="2025-12-02T21:13:54.073" v="575" actId="207"/>
        <pc:sldMkLst>
          <pc:docMk/>
          <pc:sldMk cId="0" sldId="271"/>
        </pc:sldMkLst>
        <pc:spChg chg="mod">
          <ac:chgData name="Kyle Hall" userId="dee6082f7a28fba9" providerId="LiveId" clId="{24992446-988A-4B6B-AC77-4590DEE9CF8D}" dt="2025-12-02T21:09:27.721" v="535" actId="14100"/>
          <ac:spMkLst>
            <pc:docMk/>
            <pc:sldMk cId="0" sldId="271"/>
            <ac:spMk id="3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18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19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22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23" creationId="{00000000-0000-0000-0000-000000000000}"/>
          </ac:spMkLst>
        </pc:spChg>
        <pc:spChg chg="del">
          <ac:chgData name="Kyle Hall" userId="dee6082f7a28fba9" providerId="LiveId" clId="{24992446-988A-4B6B-AC77-4590DEE9CF8D}" dt="2025-12-02T21:10:06.587" v="544" actId="478"/>
          <ac:spMkLst>
            <pc:docMk/>
            <pc:sldMk cId="0" sldId="271"/>
            <ac:spMk id="24" creationId="{00000000-0000-0000-0000-000000000000}"/>
          </ac:spMkLst>
        </pc:spChg>
        <pc:spChg chg="mod">
          <ac:chgData name="Kyle Hall" userId="dee6082f7a28fba9" providerId="LiveId" clId="{24992446-988A-4B6B-AC77-4590DEE9CF8D}" dt="2025-12-02T21:10:29.750" v="549" actId="1076"/>
          <ac:spMkLst>
            <pc:docMk/>
            <pc:sldMk cId="0" sldId="271"/>
            <ac:spMk id="25" creationId="{0ECD3293-9AE0-BEA0-B626-9DD1B2821386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26" creationId="{166126D3-7AE0-182C-58F5-CC26BDA18509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27" creationId="{58280B09-DC0A-FF00-82EF-25B0001741A6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28" creationId="{1EABB4F0-FE18-0147-C7CF-E0FC2437BD6A}"/>
          </ac:spMkLst>
        </pc:spChg>
        <pc:spChg chg="add mod">
          <ac:chgData name="Kyle Hall" userId="dee6082f7a28fba9" providerId="LiveId" clId="{24992446-988A-4B6B-AC77-4590DEE9CF8D}" dt="2025-12-02T21:13:54.073" v="575" actId="207"/>
          <ac:spMkLst>
            <pc:docMk/>
            <pc:sldMk cId="0" sldId="271"/>
            <ac:spMk id="29" creationId="{AA1DEBBD-CB05-C257-13BB-C88090B23E28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0" creationId="{92A42DE8-8B0D-BEDD-D690-0418BE08C337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1" creationId="{F09D1532-FD6A-C06B-7638-770C411B4A85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2" creationId="{D964B14A-5540-CD8F-D00B-14FFD7D60459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3" creationId="{8E3B6A16-E234-B2C9-C271-FA7E11913170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5" creationId="{442F1904-A546-43BA-A7AA-F0FFD05FB5E7}"/>
          </ac:spMkLst>
        </pc:spChg>
        <pc:spChg chg="add mod">
          <ac:chgData name="Kyle Hall" userId="dee6082f7a28fba9" providerId="LiveId" clId="{24992446-988A-4B6B-AC77-4590DEE9CF8D}" dt="2025-12-02T21:10:44.727" v="553" actId="14100"/>
          <ac:spMkLst>
            <pc:docMk/>
            <pc:sldMk cId="0" sldId="271"/>
            <ac:spMk id="37" creationId="{CE085108-4B5F-7790-0915-83CE75E7C08B}"/>
          </ac:spMkLst>
        </pc:spChg>
        <pc:spChg chg="mod">
          <ac:chgData name="Kyle Hall" userId="dee6082f7a28fba9" providerId="LiveId" clId="{24992446-988A-4B6B-AC77-4590DEE9CF8D}" dt="2025-12-02T21:10:30.840" v="550" actId="14100"/>
          <ac:spMkLst>
            <pc:docMk/>
            <pc:sldMk cId="0" sldId="271"/>
            <ac:spMk id="38" creationId="{10C9AE68-120B-4A0E-727D-4D440C534C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99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DoD TAP, BLS Veterans Employment 2023, GAO-24-107752, </a:t>
            </a:r>
            <a:r>
              <a:rPr lang="en-US" sz="800" dirty="0" err="1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</a:t>
            </a: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VETS</a:t>
            </a:r>
            <a:endParaRPr lang="en-US" sz="800" dirty="0"/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Government Accountability Office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 of Labor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7196" y="0"/>
            <a:ext cx="5562807" cy="5143500"/>
          </a:xfrm>
          <a:prstGeom prst="rect">
            <a:avLst/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b="1" dirty="0"/>
          </a:p>
        </p:txBody>
      </p:sp>
      <p:pic>
        <p:nvPicPr>
          <p:cNvPr id="9" name="Picture Placeholder 6" descr="Looking up view of a city with skyscrapers">
            <a:extLst>
              <a:ext uri="{FF2B5EF4-FFF2-40B4-BE49-F238E27FC236}">
                <a16:creationId xmlns:a16="http://schemas.microsoft.com/office/drawing/2014/main" id="{220566DD-3E1D-7230-4F42-46649EB06B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548353" y="-62181"/>
            <a:ext cx="4967258" cy="5205681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</p:pic>
      <p:sp>
        <p:nvSpPr>
          <p:cNvPr id="3" name="Shape 1"/>
          <p:cNvSpPr/>
          <p:nvPr/>
        </p:nvSpPr>
        <p:spPr>
          <a:xfrm>
            <a:off x="332734" y="1864221"/>
            <a:ext cx="0" cy="1415058"/>
          </a:xfrm>
          <a:prstGeom prst="line">
            <a:avLst/>
          </a:prstGeom>
          <a:noFill/>
          <a:ln w="5715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2072" y="677083"/>
            <a:ext cx="4731161" cy="1048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the Gap: Automated Military Competency Extraction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92072" y="1454697"/>
            <a:ext cx="44398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1050"/>
              </a:spcBef>
              <a:buNone/>
            </a:pPr>
            <a:r>
              <a:rPr lang="en-US" sz="1050" b="1" i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LLM-Enhanced Pipeline for AFSC Skill Analysis</a:t>
            </a:r>
            <a:endParaRPr lang="en-US" sz="1050" i="1" dirty="0"/>
          </a:p>
        </p:txBody>
      </p:sp>
      <p:sp>
        <p:nvSpPr>
          <p:cNvPr id="6" name="Text 4"/>
          <p:cNvSpPr/>
          <p:nvPr/>
        </p:nvSpPr>
        <p:spPr>
          <a:xfrm>
            <a:off x="592072" y="3498948"/>
            <a:ext cx="44398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1800"/>
              </a:spcBef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Kyle Hall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592072" y="3710284"/>
            <a:ext cx="44398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Fall 2025</a:t>
            </a:r>
            <a:endParaRPr lang="en-US" sz="1400" b="1" dirty="0"/>
          </a:p>
        </p:txBody>
      </p:sp>
      <p:sp>
        <p:nvSpPr>
          <p:cNvPr id="8" name="Text 6"/>
          <p:cNvSpPr/>
          <p:nvPr/>
        </p:nvSpPr>
        <p:spPr>
          <a:xfrm>
            <a:off x="592072" y="3875929"/>
            <a:ext cx="44398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The George Washington University</a:t>
            </a:r>
            <a:endParaRPr lang="en-US" sz="1400" b="1" dirty="0"/>
          </a:p>
        </p:txBody>
      </p:sp>
      <p:pic>
        <p:nvPicPr>
          <p:cNvPr id="15" name="Image 0" descr="/tmp/rasterized-gradient-9f7a14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926" y="0"/>
            <a:ext cx="3591074" cy="5143500"/>
          </a:xfrm>
          <a:prstGeom prst="rect">
            <a:avLst/>
          </a:prstGeom>
        </p:spPr>
      </p:pic>
      <p:pic>
        <p:nvPicPr>
          <p:cNvPr id="30" name="Picture 29" descr="A dog wearing goggles&#10;&#10;AI-generated content may be incorrect.">
            <a:extLst>
              <a:ext uri="{FF2B5EF4-FFF2-40B4-BE49-F238E27FC236}">
                <a16:creationId xmlns:a16="http://schemas.microsoft.com/office/drawing/2014/main" id="{C9E93E55-F791-D736-38CE-FD8D99D888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66" t="-4061" r="37250" b="4061"/>
          <a:stretch>
            <a:fillRect/>
          </a:stretch>
        </p:blipFill>
        <p:spPr>
          <a:xfrm>
            <a:off x="5925186" y="439043"/>
            <a:ext cx="2809239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95338"/>
            <a:ext cx="1603623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9" y="381000"/>
            <a:ext cx="19551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634782" y="1162824"/>
            <a:ext cx="2040914" cy="1064716"/>
          </a:xfrm>
          <a:prstGeom prst="roundRect">
            <a:avLst>
              <a:gd name="adj" fmla="val 715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02168" y="1353324"/>
            <a:ext cx="17871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02168" y="1890445"/>
            <a:ext cx="1787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Members Transition Annually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768017" y="1168723"/>
            <a:ext cx="2040914" cy="1064716"/>
          </a:xfrm>
          <a:prstGeom prst="roundRect">
            <a:avLst>
              <a:gd name="adj" fmla="val 715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35402" y="1359223"/>
            <a:ext cx="17871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35402" y="1896344"/>
            <a:ext cx="1787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 Unemployment (2023)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505861" y="1162824"/>
            <a:ext cx="2040914" cy="1064716"/>
          </a:xfrm>
          <a:prstGeom prst="roundRect">
            <a:avLst>
              <a:gd name="adj" fmla="val 715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3247" y="1353324"/>
            <a:ext cx="17871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73247" y="1890445"/>
            <a:ext cx="1787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Active-Duty Service Members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634332"/>
            <a:ext cx="8382000" cy="426690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634332"/>
            <a:ext cx="0" cy="42669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2450" y="276768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GAO-24-107752 (2024):</a:t>
            </a:r>
            <a:r>
              <a:rPr lang="en-US" sz="90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DoD/VA do not consistently measure transition outcomes (job quality, sustainment, credential attainment).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156273"/>
            <a:ext cx="8382000" cy="426690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156273"/>
            <a:ext cx="0" cy="42669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2450" y="328962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 Pilot Studies:</a:t>
            </a:r>
            <a:r>
              <a:rPr lang="en-US" sz="90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Military training often lacks direct civilian credential equivalents despite substantial transferable value.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678213"/>
            <a:ext cx="8382000" cy="426690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678213"/>
            <a:ext cx="0" cy="42669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2450" y="381156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Translation Gap:</a:t>
            </a:r>
            <a:r>
              <a:rPr lang="en-US" sz="90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authoritative, machine-readable taxonomy linking military competencies to civilian frameworks</a:t>
            </a:r>
            <a:endParaRPr lang="en-US" sz="9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B3ED7B8-B8EF-04DE-A35F-A58DA8C1814D}"/>
              </a:ext>
            </a:extLst>
          </p:cNvPr>
          <p:cNvSpPr/>
          <p:nvPr/>
        </p:nvSpPr>
        <p:spPr>
          <a:xfrm>
            <a:off x="376940" y="1171128"/>
            <a:ext cx="2040914" cy="1064716"/>
          </a:xfrm>
          <a:prstGeom prst="roundRect">
            <a:avLst>
              <a:gd name="adj" fmla="val 715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93185450-566D-9C19-1DB1-7DAF7B6B88D2}"/>
              </a:ext>
            </a:extLst>
          </p:cNvPr>
          <p:cNvSpPr/>
          <p:nvPr/>
        </p:nvSpPr>
        <p:spPr>
          <a:xfrm>
            <a:off x="544326" y="1361628"/>
            <a:ext cx="178715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~$850B+</a:t>
            </a:r>
            <a:endParaRPr lang="en-US" sz="27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4647004-BF37-5FD1-9811-124FD7B682C9}"/>
              </a:ext>
            </a:extLst>
          </p:cNvPr>
          <p:cNvSpPr/>
          <p:nvPr/>
        </p:nvSpPr>
        <p:spPr>
          <a:xfrm>
            <a:off x="544326" y="1898749"/>
            <a:ext cx="1787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DoD Budget</a:t>
            </a:r>
            <a:endParaRPr lang="en-US" sz="825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86D0265-FB8F-B746-9207-86C86195798A}"/>
              </a:ext>
            </a:extLst>
          </p:cNvPr>
          <p:cNvSpPr/>
          <p:nvPr/>
        </p:nvSpPr>
        <p:spPr>
          <a:xfrm>
            <a:off x="398737" y="4192721"/>
            <a:ext cx="8382000" cy="426690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6A4916A5-D521-EB1F-3A1E-7B82F5BA8793}"/>
              </a:ext>
            </a:extLst>
          </p:cNvPr>
          <p:cNvSpPr/>
          <p:nvPr/>
        </p:nvSpPr>
        <p:spPr>
          <a:xfrm>
            <a:off x="570187" y="4326071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Specialty Systems: </a:t>
            </a:r>
            <a:r>
              <a:rPr lang="en-US" sz="90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AFSC / MOS / NEC aren’t machine-aligned to ESCO/O*NET → large but under-used translatable potential</a:t>
            </a:r>
            <a:endParaRPr lang="en-US" sz="9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B0E841A5-CF8D-ECC7-288D-ABE5FCBF4F7F}"/>
              </a:ext>
            </a:extLst>
          </p:cNvPr>
          <p:cNvSpPr/>
          <p:nvPr/>
        </p:nvSpPr>
        <p:spPr>
          <a:xfrm>
            <a:off x="403860" y="4192721"/>
            <a:ext cx="0" cy="42669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12">
            <a:extLst>
              <a:ext uri="{FF2B5EF4-FFF2-40B4-BE49-F238E27FC236}">
                <a16:creationId xmlns:a16="http://schemas.microsoft.com/office/drawing/2014/main" id="{AF25A479-E1CE-0E6E-549C-B2C3E821C4F2}"/>
              </a:ext>
            </a:extLst>
          </p:cNvPr>
          <p:cNvSpPr/>
          <p:nvPr/>
        </p:nvSpPr>
        <p:spPr>
          <a:xfrm>
            <a:off x="392428" y="3527611"/>
            <a:ext cx="6196533" cy="436187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D788D7C6-DA1D-822A-8037-4C28964FDD08}"/>
              </a:ext>
            </a:extLst>
          </p:cNvPr>
          <p:cNvSpPr/>
          <p:nvPr/>
        </p:nvSpPr>
        <p:spPr>
          <a:xfrm>
            <a:off x="403860" y="2961668"/>
            <a:ext cx="6196533" cy="436187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9447EC08-B1DE-3F83-AB0D-12B7DF09C862}"/>
              </a:ext>
            </a:extLst>
          </p:cNvPr>
          <p:cNvSpPr/>
          <p:nvPr/>
        </p:nvSpPr>
        <p:spPr>
          <a:xfrm>
            <a:off x="392429" y="2353656"/>
            <a:ext cx="6196533" cy="436187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25AB4752-CE9D-CEAE-76A6-36837A19959E}"/>
              </a:ext>
            </a:extLst>
          </p:cNvPr>
          <p:cNvSpPr/>
          <p:nvPr/>
        </p:nvSpPr>
        <p:spPr>
          <a:xfrm>
            <a:off x="381000" y="1787259"/>
            <a:ext cx="6196533" cy="436187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5FDC6F76-8F46-1AE0-951F-67F92BDB2668}"/>
              </a:ext>
            </a:extLst>
          </p:cNvPr>
          <p:cNvSpPr/>
          <p:nvPr/>
        </p:nvSpPr>
        <p:spPr>
          <a:xfrm>
            <a:off x="392430" y="1197135"/>
            <a:ext cx="6196533" cy="436187"/>
          </a:xfrm>
          <a:prstGeom prst="roundRect">
            <a:avLst>
              <a:gd name="adj" fmla="val 13394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v</a:t>
            </a:r>
          </a:p>
        </p:txBody>
      </p:sp>
      <p:sp>
        <p:nvSpPr>
          <p:cNvPr id="2" name="Shape 0"/>
          <p:cNvSpPr/>
          <p:nvPr/>
        </p:nvSpPr>
        <p:spPr>
          <a:xfrm>
            <a:off x="381000" y="795338"/>
            <a:ext cx="1696045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116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9570" y="1189576"/>
            <a:ext cx="441960" cy="443747"/>
          </a:xfrm>
          <a:prstGeom prst="roundRect">
            <a:avLst>
              <a:gd name="adj" fmla="val 18182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997" y="128491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3930" y="1208717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PDF Documents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3930" y="1460087"/>
            <a:ext cx="79667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AFSC competencies buried in 300+ page AFOCD/AFECD manuals with inconsistent formatting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1801165"/>
            <a:ext cx="430530" cy="429840"/>
          </a:xfrm>
          <a:prstGeom prst="roundRect">
            <a:avLst>
              <a:gd name="adj" fmla="val 18182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997" y="186192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3930" y="1785723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Cross-AFSC Queries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3930" y="2037094"/>
            <a:ext cx="79667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systematically compare competencies across specialties or identify transferable skills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69570" y="2353656"/>
            <a:ext cx="441960" cy="443746"/>
          </a:xfrm>
          <a:prstGeom prst="roundRect">
            <a:avLst>
              <a:gd name="adj" fmla="val 18182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997" y="243893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3930" y="2362730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Friction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3930" y="2614101"/>
            <a:ext cx="79667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annual transitions but no automated link to civilian frameworks (ESCO, O*NET)</a:t>
            </a:r>
            <a:endParaRPr lang="en-US" sz="97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E62C7D-5A6C-43C9-AD9C-F83F9EAF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362" y="361361"/>
            <a:ext cx="1760465" cy="2101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519AC1-D844-E0CF-D6D2-3EA4ED9A2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361" y="2705630"/>
            <a:ext cx="1760465" cy="2101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Text 10">
            <a:extLst>
              <a:ext uri="{FF2B5EF4-FFF2-40B4-BE49-F238E27FC236}">
                <a16:creationId xmlns:a16="http://schemas.microsoft.com/office/drawing/2014/main" id="{A086CC51-D378-89B9-2C38-DD7FDA6E84B6}"/>
              </a:ext>
            </a:extLst>
          </p:cNvPr>
          <p:cNvSpPr/>
          <p:nvPr/>
        </p:nvSpPr>
        <p:spPr>
          <a:xfrm>
            <a:off x="381000" y="2969227"/>
            <a:ext cx="441960" cy="436186"/>
          </a:xfrm>
          <a:prstGeom prst="roundRect">
            <a:avLst>
              <a:gd name="adj" fmla="val 18182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52162577-50FA-BFE8-D927-343C1FD29674}"/>
              </a:ext>
            </a:extLst>
          </p:cNvPr>
          <p:cNvSpPr/>
          <p:nvPr/>
        </p:nvSpPr>
        <p:spPr>
          <a:xfrm>
            <a:off x="560427" y="3045427"/>
            <a:ext cx="347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573CECCC-BDBB-45FA-99C3-8A3E8B751AFB}"/>
              </a:ext>
            </a:extLst>
          </p:cNvPr>
          <p:cNvSpPr/>
          <p:nvPr/>
        </p:nvSpPr>
        <p:spPr>
          <a:xfrm>
            <a:off x="975360" y="2948032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Machine-Readable Output</a:t>
            </a:r>
            <a:endParaRPr lang="en-US" sz="12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55021AC-185C-C079-55C1-368FB3C231A6}"/>
              </a:ext>
            </a:extLst>
          </p:cNvPr>
          <p:cNvSpPr/>
          <p:nvPr/>
        </p:nvSpPr>
        <p:spPr>
          <a:xfrm>
            <a:off x="975360" y="3199403"/>
            <a:ext cx="79667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exist only as narrative prose, not structured data for workforce systems</a:t>
            </a:r>
            <a:endParaRPr lang="en-US" sz="975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BC6A99D4-51CE-E25A-C7A8-06D467489193}"/>
              </a:ext>
            </a:extLst>
          </p:cNvPr>
          <p:cNvSpPr/>
          <p:nvPr/>
        </p:nvSpPr>
        <p:spPr>
          <a:xfrm>
            <a:off x="403860" y="3536154"/>
            <a:ext cx="396240" cy="427643"/>
          </a:xfrm>
          <a:prstGeom prst="roundRect">
            <a:avLst>
              <a:gd name="adj" fmla="val 18182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48BB0950-C3CD-A9FF-5F04-835AFD6C08D6}"/>
              </a:ext>
            </a:extLst>
          </p:cNvPr>
          <p:cNvSpPr/>
          <p:nvPr/>
        </p:nvSpPr>
        <p:spPr>
          <a:xfrm>
            <a:off x="560427" y="361235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CEAC922-210C-0B4A-552E-704D054DAB70}"/>
              </a:ext>
            </a:extLst>
          </p:cNvPr>
          <p:cNvSpPr/>
          <p:nvPr/>
        </p:nvSpPr>
        <p:spPr>
          <a:xfrm>
            <a:off x="975360" y="3536155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 Doesn't Scale</a:t>
            </a:r>
            <a:endParaRPr lang="en-US" sz="12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421BDF7D-3992-0164-32EE-A62C3C3584DA}"/>
              </a:ext>
            </a:extLst>
          </p:cNvPr>
          <p:cNvSpPr/>
          <p:nvPr/>
        </p:nvSpPr>
        <p:spPr>
          <a:xfrm>
            <a:off x="975360" y="3787526"/>
            <a:ext cx="79667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AFSCs would require SME review for each; no automation exists today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19137"/>
            <a:ext cx="1905446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42900"/>
            <a:ext cx="2596134" cy="28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and Scope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019175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628" y="1171575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2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 the transformation of AFSC narrative text into structured KSAs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000" y="3354735"/>
            <a:ext cx="4143375" cy="1121718"/>
          </a:xfrm>
          <a:prstGeom prst="roundRect">
            <a:avLst>
              <a:gd name="adj" fmla="val 6793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354735"/>
            <a:ext cx="0" cy="1121718"/>
          </a:xfrm>
          <a:prstGeom prst="line">
            <a:avLst/>
          </a:prstGeom>
          <a:noFill/>
          <a:ln w="3810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" y="3507135"/>
            <a:ext cx="3876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71500" y="3756571"/>
            <a:ext cx="3876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AFSCs across three career fields: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973711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(4) | Operations (4) | Maintenance (4)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71500" y="4177457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sample of 300+ total AFSCs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57725" y="3361432"/>
            <a:ext cx="4105275" cy="1108323"/>
          </a:xfrm>
          <a:prstGeom prst="roundRect">
            <a:avLst>
              <a:gd name="adj" fmla="val 6875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0125" y="3513832"/>
            <a:ext cx="38764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810125" y="3763268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Python pipeline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967014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 database (347 nodes, 735 relationships)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10125" y="4170759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 (demo, explore, admin modes)</a:t>
            </a:r>
            <a:endParaRPr lang="en-US" sz="825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5FEFFFF1-7202-AF71-B177-BBCFF27EC1AD}"/>
              </a:ext>
            </a:extLst>
          </p:cNvPr>
          <p:cNvSpPr/>
          <p:nvPr/>
        </p:nvSpPr>
        <p:spPr>
          <a:xfrm>
            <a:off x="381149" y="1841897"/>
            <a:ext cx="2692450" cy="1188541"/>
          </a:xfrm>
          <a:prstGeom prst="roundRect">
            <a:avLst>
              <a:gd name="adj" fmla="val 6411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82780CCA-9E4E-76A1-A275-D7E78BF7679A}"/>
              </a:ext>
            </a:extLst>
          </p:cNvPr>
          <p:cNvSpPr/>
          <p:nvPr/>
        </p:nvSpPr>
        <p:spPr>
          <a:xfrm>
            <a:off x="381149" y="1860947"/>
            <a:ext cx="2692450" cy="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B3D0EA22-8715-4193-E04B-BBD7539F30DA}"/>
              </a:ext>
            </a:extLst>
          </p:cNvPr>
          <p:cNvSpPr/>
          <p:nvPr/>
        </p:nvSpPr>
        <p:spPr>
          <a:xfrm>
            <a:off x="548535" y="2070497"/>
            <a:ext cx="23576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2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BB2A5E3D-A875-FB99-12CF-808E8B1F0BF1}"/>
              </a:ext>
            </a:extLst>
          </p:cNvPr>
          <p:cNvSpPr/>
          <p:nvPr/>
        </p:nvSpPr>
        <p:spPr>
          <a:xfrm>
            <a:off x="548535" y="2519958"/>
            <a:ext cx="23576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KSA items with confidence scores</a:t>
            </a:r>
            <a:endParaRPr lang="en-US" sz="9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911E02F-2A39-BA38-7F90-0DC7F2800E78}"/>
              </a:ext>
            </a:extLst>
          </p:cNvPr>
          <p:cNvSpPr/>
          <p:nvPr/>
        </p:nvSpPr>
        <p:spPr>
          <a:xfrm>
            <a:off x="3225999" y="1841897"/>
            <a:ext cx="2692450" cy="1188541"/>
          </a:xfrm>
          <a:prstGeom prst="roundRect">
            <a:avLst>
              <a:gd name="adj" fmla="val 7408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ACB17F03-6CA8-464A-A41F-DF077AD1DFEE}"/>
              </a:ext>
            </a:extLst>
          </p:cNvPr>
          <p:cNvSpPr/>
          <p:nvPr/>
        </p:nvSpPr>
        <p:spPr>
          <a:xfrm>
            <a:off x="3225999" y="1860947"/>
            <a:ext cx="2692450" cy="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BE2E5D1-BA6A-C8C3-0CB8-0F41C8583E70}"/>
              </a:ext>
            </a:extLst>
          </p:cNvPr>
          <p:cNvSpPr/>
          <p:nvPr/>
        </p:nvSpPr>
        <p:spPr>
          <a:xfrm>
            <a:off x="3393309" y="2074218"/>
            <a:ext cx="23576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21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DC36E2C9-8B93-2CCB-E990-790E66CF6105}"/>
              </a:ext>
            </a:extLst>
          </p:cNvPr>
          <p:cNvSpPr/>
          <p:nvPr/>
        </p:nvSpPr>
        <p:spPr>
          <a:xfrm>
            <a:off x="3393384" y="2519884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 taxonomy links for civilian translation</a:t>
            </a:r>
            <a:endParaRPr lang="en-US" sz="9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22487133-5861-31E3-B1E5-A31926E6C0EB}"/>
              </a:ext>
            </a:extLst>
          </p:cNvPr>
          <p:cNvSpPr/>
          <p:nvPr/>
        </p:nvSpPr>
        <p:spPr>
          <a:xfrm>
            <a:off x="6070848" y="1844997"/>
            <a:ext cx="2692450" cy="1185441"/>
          </a:xfrm>
          <a:prstGeom prst="roundRect">
            <a:avLst>
              <a:gd name="adj" fmla="val 7408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D426B30B-EC5A-B955-FFF4-AB9CCBEEDC32}"/>
              </a:ext>
            </a:extLst>
          </p:cNvPr>
          <p:cNvSpPr/>
          <p:nvPr/>
        </p:nvSpPr>
        <p:spPr>
          <a:xfrm>
            <a:off x="6070848" y="1864047"/>
            <a:ext cx="2692450" cy="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5BF729D-5614-960F-FA7B-CA2598462BA3}"/>
              </a:ext>
            </a:extLst>
          </p:cNvPr>
          <p:cNvSpPr/>
          <p:nvPr/>
        </p:nvSpPr>
        <p:spPr>
          <a:xfrm>
            <a:off x="6238084" y="2074218"/>
            <a:ext cx="23576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</a:t>
            </a:r>
            <a:endParaRPr lang="en-US" sz="2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E433556-0B20-1DBC-305F-DF58032BF484}"/>
              </a:ext>
            </a:extLst>
          </p:cNvPr>
          <p:cNvSpPr/>
          <p:nvPr/>
        </p:nvSpPr>
        <p:spPr>
          <a:xfrm>
            <a:off x="6238083" y="2522974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 for overlap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53666"/>
            <a:ext cx="2412206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415528"/>
            <a:ext cx="3222812" cy="24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1034653"/>
            <a:ext cx="8382000" cy="401836"/>
          </a:xfrm>
          <a:prstGeom prst="roundRect">
            <a:avLst>
              <a:gd name="adj" fmla="val 14222"/>
            </a:avLst>
          </a:prstGeom>
          <a:solidFill>
            <a:srgbClr val="F0ECEC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3766" y="1148953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r>
              <a:rPr lang="en-US" sz="97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Preprocess → </a:t>
            </a: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r>
              <a:rPr lang="en-US" sz="97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</a:t>
            </a:r>
            <a:r>
              <a:rPr lang="en-US" sz="97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Filter → Dedupe → </a:t>
            </a: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r>
              <a:rPr lang="en-US" sz="97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975" b="1" dirty="0"/>
          </a:p>
        </p:txBody>
      </p:sp>
      <p:sp>
        <p:nvSpPr>
          <p:cNvPr id="6" name="Text 4"/>
          <p:cNvSpPr/>
          <p:nvPr/>
        </p:nvSpPr>
        <p:spPr>
          <a:xfrm>
            <a:off x="381000" y="1703189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1798439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76250" y="1937445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21355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 skills per AFSC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" y="22879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ESCO codes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6800" y="1703189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02050" y="1798439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302050" y="1937445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02050" y="21355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providers (OpenAI, Anthropic, Gemini</a:t>
            </a:r>
            <a:r>
              <a:rPr lang="en-US" sz="7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HF/Llama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02050" y="22879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Knowledge, +6 Abilities per AFSC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32599" y="1703189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849" y="1798439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127849" y="1937445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7849" y="21355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8-200 character limits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7849" y="2287935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Banned phrase removal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2764185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" y="2859435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6250" y="2998440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250" y="31965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similarity threshold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6250" y="33489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+ difflib hybrid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06800" y="2764185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02050" y="2859435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302050" y="2998440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02050" y="31965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 nodes, 735 relationships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02050" y="33489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MERGE writes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32599" y="2764185"/>
            <a:ext cx="2730550" cy="813346"/>
          </a:xfrm>
          <a:prstGeom prst="roundRect">
            <a:avLst>
              <a:gd name="adj" fmla="val 7027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27849" y="2859435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127849" y="2998440"/>
            <a:ext cx="2590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7849" y="31965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60-80s base extraction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27849" y="33489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90-104s with LLM enhancement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1000" y="3825180"/>
            <a:ext cx="8382000" cy="902791"/>
          </a:xfrm>
          <a:prstGeom prst="roundRect">
            <a:avLst>
              <a:gd name="adj" fmla="val 6330"/>
            </a:avLst>
          </a:prstGeom>
          <a:solidFill>
            <a:srgbClr val="155767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00050" y="3825180"/>
            <a:ext cx="0" cy="902791"/>
          </a:xfrm>
          <a:prstGeom prst="line">
            <a:avLst/>
          </a:prstGeom>
          <a:noFill/>
          <a:ln w="3810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1500" y="3939480"/>
            <a:ext cx="81998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675" b="1" dirty="0"/>
          </a:p>
        </p:txBody>
      </p:sp>
      <p:sp>
        <p:nvSpPr>
          <p:cNvPr id="39" name="Text 37"/>
          <p:cNvSpPr/>
          <p:nvPr/>
        </p:nvSpPr>
        <p:spPr>
          <a:xfrm>
            <a:off x="571500" y="4078486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71500" y="4308872"/>
            <a:ext cx="8199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pages: Home | Try It Yourself | Explore KSAs | Admin Tools | Documentation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1500" y="4480322"/>
            <a:ext cx="8199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mode | CSV export | Real-time metrics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19137"/>
            <a:ext cx="1658987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42900"/>
            <a:ext cx="1962630" cy="261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Model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3878610"/>
            <a:ext cx="2705100" cy="521940"/>
          </a:xfrm>
          <a:prstGeom prst="roundRect">
            <a:avLst>
              <a:gd name="adj" fmla="val 10950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9704" y="3992910"/>
            <a:ext cx="89139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 / 735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17923" y="4066282"/>
            <a:ext cx="10397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/ Relationships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00400" y="3878610"/>
            <a:ext cx="2705100" cy="521940"/>
          </a:xfrm>
          <a:prstGeom prst="roundRect">
            <a:avLst>
              <a:gd name="adj" fmla="val 10950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50320" y="3992910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097834" y="4066282"/>
            <a:ext cx="12827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Cross-AFSC Skill Overlaps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19800" y="3872954"/>
            <a:ext cx="2743200" cy="533400"/>
          </a:xfrm>
          <a:prstGeom prst="roundRect">
            <a:avLst>
              <a:gd name="adj" fmla="val 10714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8850" y="3872954"/>
            <a:ext cx="0" cy="533400"/>
          </a:xfrm>
          <a:prstGeom prst="line">
            <a:avLst/>
          </a:prstGeom>
          <a:noFill/>
          <a:ln w="38100">
            <a:solidFill>
              <a:srgbClr val="155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0300" y="398725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</a:t>
            </a:r>
            <a:r>
              <a:rPr lang="en-US" sz="75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AFSC, KSA, ESCOSkill, SourceDoc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210300" y="415870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Rels:</a:t>
            </a:r>
            <a:r>
              <a:rPr lang="en-US" sz="750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REQUIRES, ALIGNS_TO, EXTRACTED_FROM</a:t>
            </a:r>
            <a:endParaRPr lang="en-US" sz="7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A4BC96DB-CA4D-C834-E126-30CABCF4359E}"/>
              </a:ext>
            </a:extLst>
          </p:cNvPr>
          <p:cNvSpPr/>
          <p:nvPr/>
        </p:nvSpPr>
        <p:spPr>
          <a:xfrm>
            <a:off x="258056" y="3380893"/>
            <a:ext cx="4114159" cy="244264"/>
          </a:xfrm>
          <a:prstGeom prst="roundRect">
            <a:avLst>
              <a:gd name="adj" fmla="val 17027"/>
            </a:avLst>
          </a:prstGeom>
          <a:solidFill>
            <a:srgbClr val="F0ECEC"/>
          </a:solidFill>
          <a:ln w="19050">
            <a:solidFill>
              <a:srgbClr val="1557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D867F4-FD14-1EBF-EF41-3AE16A98B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56" y="858289"/>
            <a:ext cx="4114160" cy="24924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5BE493-8643-B381-CD5D-8201D41A2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41" y="858289"/>
            <a:ext cx="4114159" cy="2492487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14170A33-AF95-35AA-774F-CABF3597A6B7}"/>
              </a:ext>
            </a:extLst>
          </p:cNvPr>
          <p:cNvSpPr/>
          <p:nvPr/>
        </p:nvSpPr>
        <p:spPr>
          <a:xfrm>
            <a:off x="4648841" y="3370430"/>
            <a:ext cx="4114159" cy="238607"/>
          </a:xfrm>
          <a:prstGeom prst="roundRect">
            <a:avLst>
              <a:gd name="adj" fmla="val 17027"/>
            </a:avLst>
          </a:prstGeom>
          <a:solidFill>
            <a:srgbClr val="F0ECEC"/>
          </a:solidFill>
          <a:ln w="19050">
            <a:solidFill>
              <a:srgbClr val="15576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3DB66FE-18E0-0915-957A-F6F9DB0BCCCD}"/>
              </a:ext>
            </a:extLst>
          </p:cNvPr>
          <p:cNvSpPr/>
          <p:nvPr/>
        </p:nvSpPr>
        <p:spPr>
          <a:xfrm>
            <a:off x="297180" y="3417928"/>
            <a:ext cx="3899007" cy="20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5"/>
              </a:lnSpc>
              <a:spcBef>
                <a:spcPts val="600"/>
              </a:spcBef>
            </a:pPr>
            <a:r>
              <a:rPr lang="en-US" sz="1200" dirty="0"/>
              <a:t>1N4 Cyber Intelligence AFSC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57CDA401-72E6-8EDB-0C44-39797A44A429}"/>
              </a:ext>
            </a:extLst>
          </p:cNvPr>
          <p:cNvSpPr/>
          <p:nvPr/>
        </p:nvSpPr>
        <p:spPr>
          <a:xfrm>
            <a:off x="4756416" y="3420041"/>
            <a:ext cx="3899007" cy="17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5"/>
              </a:lnSpc>
              <a:spcBef>
                <a:spcPts val="600"/>
              </a:spcBef>
            </a:pPr>
            <a:r>
              <a:rPr lang="en-US" sz="1200" dirty="0"/>
              <a:t>Intel Officer (14N) and Intel Operations (1N0)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30746"/>
            <a:ext cx="1452563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9" y="354509"/>
            <a:ext cx="17705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049834"/>
            <a:ext cx="2692450" cy="1261021"/>
          </a:xfrm>
          <a:prstGeom prst="roundRect">
            <a:avLst>
              <a:gd name="adj" fmla="val 6043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386" y="1278434"/>
            <a:ext cx="235767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386" y="1922264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KSAs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5850" y="1049834"/>
            <a:ext cx="2692450" cy="1261021"/>
          </a:xfrm>
          <a:prstGeom prst="roundRect">
            <a:avLst>
              <a:gd name="adj" fmla="val 6043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93235" y="1278434"/>
            <a:ext cx="235767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393235" y="1922264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Cross-AFSC Overlaps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70699" y="1049834"/>
            <a:ext cx="2692450" cy="1261021"/>
          </a:xfrm>
          <a:prstGeom prst="roundRect">
            <a:avLst>
              <a:gd name="adj" fmla="val 6043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8085" y="1278434"/>
            <a:ext cx="235767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238085" y="1922264"/>
            <a:ext cx="23576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 Aligned (46)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596604"/>
            <a:ext cx="8382000" cy="415230"/>
          </a:xfrm>
          <a:prstGeom prst="roundRect">
            <a:avLst>
              <a:gd name="adj" fmla="val 13763"/>
            </a:avLst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" y="2710904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instances → </a:t>
            </a:r>
            <a:r>
              <a:rPr lang="en-US" sz="105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 KSAs → 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deduplication</a:t>
            </a:r>
            <a:endParaRPr lang="en-US" sz="105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ECD3293-9AE0-BEA0-B626-9DD1B2821386}"/>
              </a:ext>
            </a:extLst>
          </p:cNvPr>
          <p:cNvSpPr/>
          <p:nvPr/>
        </p:nvSpPr>
        <p:spPr>
          <a:xfrm>
            <a:off x="380999" y="3310904"/>
            <a:ext cx="8382150" cy="1565523"/>
          </a:xfrm>
          <a:prstGeom prst="roundRect">
            <a:avLst>
              <a:gd name="adj" fmla="val 4867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66126D3-7AE0-182C-58F5-CC26BDA18509}"/>
              </a:ext>
            </a:extLst>
          </p:cNvPr>
          <p:cNvSpPr/>
          <p:nvPr/>
        </p:nvSpPr>
        <p:spPr>
          <a:xfrm>
            <a:off x="533398" y="3463304"/>
            <a:ext cx="7916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 Type Distribution</a:t>
            </a:r>
            <a:endParaRPr lang="en-US" sz="975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8280B09-DC0A-FF00-82EF-25B0001741A6}"/>
              </a:ext>
            </a:extLst>
          </p:cNvPr>
          <p:cNvSpPr/>
          <p:nvPr/>
        </p:nvSpPr>
        <p:spPr>
          <a:xfrm>
            <a:off x="533399" y="3731789"/>
            <a:ext cx="508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25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1EABB4F0-FE18-0147-C7CF-E0FC2437BD6A}"/>
              </a:ext>
            </a:extLst>
          </p:cNvPr>
          <p:cNvSpPr/>
          <p:nvPr/>
        </p:nvSpPr>
        <p:spPr>
          <a:xfrm>
            <a:off x="3772493" y="3731789"/>
            <a:ext cx="11862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(74.7%)</a:t>
            </a:r>
            <a:endParaRPr lang="en-US" sz="825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A1DEBBD-CB05-C257-13BB-C88090B23E28}"/>
              </a:ext>
            </a:extLst>
          </p:cNvPr>
          <p:cNvSpPr/>
          <p:nvPr/>
        </p:nvSpPr>
        <p:spPr>
          <a:xfrm>
            <a:off x="533398" y="3897435"/>
            <a:ext cx="776125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2A42DE8-8B0D-BEDD-D690-0418BE08C337}"/>
              </a:ext>
            </a:extLst>
          </p:cNvPr>
          <p:cNvSpPr/>
          <p:nvPr/>
        </p:nvSpPr>
        <p:spPr>
          <a:xfrm>
            <a:off x="533397" y="3897435"/>
            <a:ext cx="5797593" cy="114300"/>
          </a:xfrm>
          <a:prstGeom prst="rect">
            <a:avLst/>
          </a:prstGeom>
          <a:solidFill>
            <a:srgbClr val="15576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09D1532-FD6A-C06B-7638-770C411B4A85}"/>
              </a:ext>
            </a:extLst>
          </p:cNvPr>
          <p:cNvSpPr/>
          <p:nvPr/>
        </p:nvSpPr>
        <p:spPr>
          <a:xfrm>
            <a:off x="533398" y="4087935"/>
            <a:ext cx="10773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825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D964B14A-5540-CD8F-D00B-14FFD7D60459}"/>
              </a:ext>
            </a:extLst>
          </p:cNvPr>
          <p:cNvSpPr/>
          <p:nvPr/>
        </p:nvSpPr>
        <p:spPr>
          <a:xfrm>
            <a:off x="3830835" y="4087935"/>
            <a:ext cx="1065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(13.8%)</a:t>
            </a:r>
            <a:endParaRPr lang="en-US" sz="825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8E3B6A16-E234-B2C9-C271-FA7E11913170}"/>
              </a:ext>
            </a:extLst>
          </p:cNvPr>
          <p:cNvSpPr/>
          <p:nvPr/>
        </p:nvSpPr>
        <p:spPr>
          <a:xfrm>
            <a:off x="533398" y="4253581"/>
            <a:ext cx="776125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03A92FD-7456-77DA-B78D-40F6E6604F68}"/>
              </a:ext>
            </a:extLst>
          </p:cNvPr>
          <p:cNvSpPr/>
          <p:nvPr/>
        </p:nvSpPr>
        <p:spPr>
          <a:xfrm>
            <a:off x="533398" y="4253581"/>
            <a:ext cx="1070809" cy="114300"/>
          </a:xfrm>
          <a:prstGeom prst="rect">
            <a:avLst/>
          </a:prstGeom>
          <a:solidFill>
            <a:srgbClr val="A579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42F1904-A546-43BA-A7AA-F0FFD05FB5E7}"/>
              </a:ext>
            </a:extLst>
          </p:cNvPr>
          <p:cNvSpPr/>
          <p:nvPr/>
        </p:nvSpPr>
        <p:spPr>
          <a:xfrm>
            <a:off x="533398" y="4444081"/>
            <a:ext cx="750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Abilities</a:t>
            </a:r>
            <a:endParaRPr lang="en-US" sz="825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E104EF63-2ACC-1807-F00B-CA1E912FD010}"/>
              </a:ext>
            </a:extLst>
          </p:cNvPr>
          <p:cNvSpPr/>
          <p:nvPr/>
        </p:nvSpPr>
        <p:spPr>
          <a:xfrm>
            <a:off x="3838572" y="4444081"/>
            <a:ext cx="104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(11.5%)</a:t>
            </a:r>
            <a:endParaRPr lang="en-US" sz="825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CE085108-4B5F-7790-0915-83CE75E7C08B}"/>
              </a:ext>
            </a:extLst>
          </p:cNvPr>
          <p:cNvSpPr/>
          <p:nvPr/>
        </p:nvSpPr>
        <p:spPr>
          <a:xfrm>
            <a:off x="533398" y="4609727"/>
            <a:ext cx="776125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10C9AE68-120B-4A0E-727D-4D440C534CBE}"/>
              </a:ext>
            </a:extLst>
          </p:cNvPr>
          <p:cNvSpPr/>
          <p:nvPr/>
        </p:nvSpPr>
        <p:spPr>
          <a:xfrm>
            <a:off x="533399" y="4609727"/>
            <a:ext cx="892544" cy="114300"/>
          </a:xfrm>
          <a:prstGeom prst="rect">
            <a:avLst/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66889" y="1539823"/>
            <a:ext cx="4881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90925" y="2117513"/>
            <a:ext cx="762000" cy="28575"/>
          </a:xfrm>
          <a:prstGeom prst="rect">
            <a:avLst/>
          </a:prstGeom>
          <a:solidFill>
            <a:srgbClr val="A579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8250" y="2561332"/>
            <a:ext cx="2070050" cy="1340941"/>
          </a:xfrm>
          <a:prstGeom prst="roundRect">
            <a:avLst>
              <a:gd name="adj" fmla="val 56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57300" y="2561332"/>
            <a:ext cx="0" cy="1340941"/>
          </a:xfrm>
          <a:prstGeom prst="line">
            <a:avLst/>
          </a:prstGeom>
          <a:noFill/>
          <a:ln w="3810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6850" y="275183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50" y="3148013"/>
            <a:ext cx="16839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65499" y="3453918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17D Cyber Intel KSAs with taxonomy codes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36900" y="2561332"/>
            <a:ext cx="2070050" cy="1340941"/>
          </a:xfrm>
          <a:prstGeom prst="roundRect">
            <a:avLst>
              <a:gd name="adj" fmla="val 56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55950" y="2561332"/>
            <a:ext cx="0" cy="1340941"/>
          </a:xfrm>
          <a:prstGeom prst="line">
            <a:avLst/>
          </a:prstGeom>
          <a:noFill/>
          <a:ln w="3810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5500" y="275183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03602" y="3138913"/>
            <a:ext cx="16839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35551" y="2561332"/>
            <a:ext cx="2070050" cy="1340941"/>
          </a:xfrm>
          <a:prstGeom prst="roundRect">
            <a:avLst>
              <a:gd name="adj" fmla="val 568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854601" y="2561332"/>
            <a:ext cx="0" cy="1340941"/>
          </a:xfrm>
          <a:prstGeom prst="line">
            <a:avLst/>
          </a:prstGeom>
          <a:noFill/>
          <a:ln w="38100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64151" y="275183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64151" y="3148013"/>
            <a:ext cx="16839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28591" y="3453918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extraction run with live API showing the results</a:t>
            </a:r>
            <a:endParaRPr lang="en-US" sz="9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90862E9-419A-27B5-C95F-6315C8DD62EF}"/>
              </a:ext>
            </a:extLst>
          </p:cNvPr>
          <p:cNvSpPr/>
          <p:nvPr/>
        </p:nvSpPr>
        <p:spPr>
          <a:xfrm>
            <a:off x="1431290" y="3453918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exploration of the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and its functionality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76288"/>
            <a:ext cx="2889647" cy="0"/>
          </a:xfrm>
          <a:prstGeom prst="line">
            <a:avLst/>
          </a:prstGeom>
          <a:noFill/>
          <a:ln w="28575">
            <a:solidFill>
              <a:srgbClr val="A57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9" y="381000"/>
            <a:ext cx="35540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Limitations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99086" y="1516559"/>
            <a:ext cx="41776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9086" y="1817490"/>
            <a:ext cx="4095750" cy="611386"/>
          </a:xfrm>
          <a:prstGeom prst="roundRect">
            <a:avLst>
              <a:gd name="adj" fmla="val 9348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2436" y="1950840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TAP / SkillBridge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2436" y="214893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transferable skills for resume translation and job matching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99086" y="2543176"/>
            <a:ext cx="4095750" cy="611386"/>
          </a:xfrm>
          <a:prstGeom prst="roundRect">
            <a:avLst>
              <a:gd name="adj" fmla="val 9348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2436" y="2676526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Gap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2436" y="287461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where credentialing bridges military to civilian requirements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99086" y="3268862"/>
            <a:ext cx="4095750" cy="611386"/>
          </a:xfrm>
          <a:prstGeom prst="roundRect">
            <a:avLst>
              <a:gd name="adj" fmla="val 9348"/>
            </a:avLst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2436" y="3402212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Analysts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2436" y="3600302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overlap queries + CSV export for workforce planning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516559"/>
            <a:ext cx="41776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7250" y="1817489"/>
            <a:ext cx="4095750" cy="413296"/>
          </a:xfrm>
          <a:prstGeom prst="roundRect">
            <a:avLst>
              <a:gd name="adj" fmla="val 13828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195083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sample</a:t>
            </a: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Scale to all 300+ AFSCs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2345085"/>
            <a:ext cx="4095750" cy="413296"/>
          </a:xfrm>
          <a:prstGeom prst="roundRect">
            <a:avLst>
              <a:gd name="adj" fmla="val 13828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247843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 taxonomy</a:t>
            </a: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Expand ESCO + add O*NET alignment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67250" y="2872680"/>
            <a:ext cx="4095750" cy="413296"/>
          </a:xfrm>
          <a:prstGeom prst="roundRect">
            <a:avLst>
              <a:gd name="adj" fmla="val 13828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300603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SME validation</a:t>
            </a: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evaluation set with experts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3400276"/>
            <a:ext cx="4095750" cy="413296"/>
          </a:xfrm>
          <a:prstGeom prst="roundRect">
            <a:avLst>
              <a:gd name="adj" fmla="val 13828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353362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variability</a:t>
            </a: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 Different LLMs, different results; add caching and QC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67250" y="3927872"/>
            <a:ext cx="4095750" cy="413296"/>
          </a:xfrm>
          <a:prstGeom prst="roundRect">
            <a:avLst>
              <a:gd name="adj" fmla="val 13828"/>
            </a:avLst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4061222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Force only</a:t>
            </a:r>
            <a:r>
              <a:rPr lang="en-US" sz="825" dirty="0">
                <a:solidFill>
                  <a:srgbClr val="00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Expand to NEC (Navy), MOS (Army/Marines)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00526" cy="5143500"/>
          </a:xfrm>
          <a:prstGeom prst="rect">
            <a:avLst/>
          </a:prstGeom>
          <a:solidFill>
            <a:srgbClr val="F0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84918" y="1289745"/>
            <a:ext cx="24645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rgbClr val="00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319189" y="1899345"/>
            <a:ext cx="762000" cy="28575"/>
          </a:xfrm>
          <a:prstGeom prst="rect">
            <a:avLst/>
          </a:prstGeom>
          <a:solidFill>
            <a:srgbClr val="A579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34304" y="4038555"/>
            <a:ext cx="3329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300"/>
              </a:spcAft>
            </a:pPr>
            <a:r>
              <a:rPr lang="en-US" sz="825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https://fall-2025-group6-4w9txe2nuc2gn5h5ymtwbk.streamlit.app/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334304" y="4223250"/>
            <a:ext cx="2940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300"/>
              </a:spcAft>
            </a:pPr>
            <a:r>
              <a:rPr lang="en-US" sz="825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</a:t>
            </a: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/>
              <a:t>https://github.com/Kyleinexile/fall-2025-group6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34304" y="4407946"/>
            <a:ext cx="22039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55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</a:t>
            </a: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kyle.hall@gwu.edu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400526" y="0"/>
            <a:ext cx="3743474" cy="5143500"/>
          </a:xfrm>
          <a:prstGeom prst="rect">
            <a:avLst/>
          </a:prstGeom>
          <a:solidFill>
            <a:srgbClr val="00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1700" y="2254597"/>
            <a:ext cx="14533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57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1700" y="2490788"/>
            <a:ext cx="14533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Kyle Hall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1700" y="2742158"/>
            <a:ext cx="14533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GWU Data Science | Fall 2025</a:t>
            </a:r>
            <a:endParaRPr lang="en-US" sz="825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DED0E06-95F3-B125-2A2E-4D8D7F1E048E}"/>
              </a:ext>
            </a:extLst>
          </p:cNvPr>
          <p:cNvSpPr/>
          <p:nvPr/>
        </p:nvSpPr>
        <p:spPr>
          <a:xfrm>
            <a:off x="1452725" y="3636653"/>
            <a:ext cx="831692" cy="138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2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382E1D7D-2966-45E4-5061-E5BD3743AD29}"/>
              </a:ext>
            </a:extLst>
          </p:cNvPr>
          <p:cNvSpPr/>
          <p:nvPr/>
        </p:nvSpPr>
        <p:spPr>
          <a:xfrm>
            <a:off x="3384447" y="3636653"/>
            <a:ext cx="831692" cy="138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0F8E4-0D0F-55E5-1164-5060A9F0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87" t="2819" r="5293" b="4318"/>
          <a:stretch>
            <a:fillRect/>
          </a:stretch>
        </p:blipFill>
        <p:spPr>
          <a:xfrm>
            <a:off x="1332043" y="2169287"/>
            <a:ext cx="1104211" cy="13961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74AA57-4F43-4E9C-2AA3-7CF2BFC653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92" t="6260" r="7366" b="4290"/>
          <a:stretch>
            <a:fillRect/>
          </a:stretch>
        </p:blipFill>
        <p:spPr>
          <a:xfrm>
            <a:off x="3248187" y="2169286"/>
            <a:ext cx="1104211" cy="1396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732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AFSC to KSA Graph Explorer</dc:title>
  <dc:subject>GWU Data Science Capstone - Fall 2025</dc:subject>
  <dc:creator>Kyle Hall</dc:creator>
  <cp:lastModifiedBy>Kyle Hall</cp:lastModifiedBy>
  <cp:revision>3</cp:revision>
  <dcterms:created xsi:type="dcterms:W3CDTF">2025-11-29T01:40:35Z</dcterms:created>
  <dcterms:modified xsi:type="dcterms:W3CDTF">2025-12-02T22:22:06Z</dcterms:modified>
</cp:coreProperties>
</file>